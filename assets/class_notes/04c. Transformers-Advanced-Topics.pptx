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0"/>
  </p:notesMasterIdLst>
  <p:sldIdLst>
    <p:sldId id="258" r:id="rId2"/>
    <p:sldId id="261" r:id="rId3"/>
    <p:sldId id="262" r:id="rId4"/>
    <p:sldId id="260" r:id="rId5"/>
    <p:sldId id="264" r:id="rId6"/>
    <p:sldId id="263" r:id="rId7"/>
    <p:sldId id="265" r:id="rId8"/>
    <p:sldId id="267" r:id="rId9"/>
    <p:sldId id="268" r:id="rId10"/>
    <p:sldId id="266" r:id="rId11"/>
    <p:sldId id="269" r:id="rId12"/>
    <p:sldId id="270" r:id="rId13"/>
    <p:sldId id="283" r:id="rId14"/>
    <p:sldId id="259" r:id="rId15"/>
    <p:sldId id="315" r:id="rId16"/>
    <p:sldId id="284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79" r:id="rId28"/>
    <p:sldId id="282" r:id="rId29"/>
    <p:sldId id="286" r:id="rId30"/>
    <p:sldId id="285" r:id="rId31"/>
    <p:sldId id="287" r:id="rId32"/>
    <p:sldId id="288" r:id="rId33"/>
    <p:sldId id="302" r:id="rId34"/>
    <p:sldId id="289" r:id="rId35"/>
    <p:sldId id="291" r:id="rId36"/>
    <p:sldId id="290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3" r:id="rId47"/>
    <p:sldId id="304" r:id="rId48"/>
    <p:sldId id="306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4" r:id="rId57"/>
    <p:sldId id="313" r:id="rId58"/>
    <p:sldId id="257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499200"/>
    <a:srgbClr val="B37111"/>
    <a:srgbClr val="8DD783"/>
    <a:srgbClr val="EA9B26"/>
    <a:srgbClr val="158D82"/>
    <a:srgbClr val="5E861C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84" autoAdjust="0"/>
  </p:normalViewPr>
  <p:slideViewPr>
    <p:cSldViewPr snapToGrid="0">
      <p:cViewPr varScale="1">
        <p:scale>
          <a:sx n="77" d="100"/>
          <a:sy n="77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892559" y="817889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C6F98-33D4-4552-9046-811A2B6BF731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C007-DFDB-4E1E-B985-0900753F561C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24CD-5D87-4D4A-B71B-C762D05AA9F7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EA675-29AD-49B0-AB6A-F1EFEA32E5B8}" type="datetime1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8F47-BB4D-45C4-B494-27709DCF0324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EEDA-141E-4358-9542-1B563FB6FA54}" type="datetime1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23-1959-41ED-A76D-FD897C74625D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7C62-69B9-4975-A0A4-91B994B3928B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69B4-85E5-46EB-9B86-A019668DADEE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A887-13B8-4873-99E5-67E923E20DD5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6B4612F7-CB96-4B73-84E8-9878C46751BD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10.png"/><Relationship Id="rId7" Type="http://schemas.openxmlformats.org/officeDocument/2006/relationships/image" Target="../media/image1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1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72.png"/><Relationship Id="rId9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eerajmanjaray.medium.com/llama-4s-approach-to-positional-information-0eb736179e5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1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joaolages/kv-caching-explained-276520203249" TargetMode="External"/><Relationship Id="rId2" Type="http://schemas.openxmlformats.org/officeDocument/2006/relationships/hyperlink" Target="https://huggingface.co/blog/not-lain/kv-caching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3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2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0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49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311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2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0.png"/><Relationship Id="rId13" Type="http://schemas.openxmlformats.org/officeDocument/2006/relationships/image" Target="../media/image1470.png"/><Relationship Id="rId18" Type="http://schemas.openxmlformats.org/officeDocument/2006/relationships/image" Target="../media/image1520.png"/><Relationship Id="rId26" Type="http://schemas.openxmlformats.org/officeDocument/2006/relationships/image" Target="../media/image159.png"/><Relationship Id="rId3" Type="http://schemas.openxmlformats.org/officeDocument/2006/relationships/image" Target="../media/image1370.png"/><Relationship Id="rId21" Type="http://schemas.openxmlformats.org/officeDocument/2006/relationships/image" Target="../media/image155.png"/><Relationship Id="rId7" Type="http://schemas.openxmlformats.org/officeDocument/2006/relationships/image" Target="../media/image1410.png"/><Relationship Id="rId12" Type="http://schemas.openxmlformats.org/officeDocument/2006/relationships/image" Target="../media/image1460.png"/><Relationship Id="rId17" Type="http://schemas.openxmlformats.org/officeDocument/2006/relationships/image" Target="../media/image1510.png"/><Relationship Id="rId25" Type="http://schemas.openxmlformats.org/officeDocument/2006/relationships/image" Target="../media/image158.png"/><Relationship Id="rId2" Type="http://schemas.openxmlformats.org/officeDocument/2006/relationships/image" Target="../media/image1360.png"/><Relationship Id="rId16" Type="http://schemas.openxmlformats.org/officeDocument/2006/relationships/image" Target="../media/image150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0.png"/><Relationship Id="rId11" Type="http://schemas.openxmlformats.org/officeDocument/2006/relationships/image" Target="../media/image1450.png"/><Relationship Id="rId24" Type="http://schemas.openxmlformats.org/officeDocument/2006/relationships/image" Target="../media/image157.png"/><Relationship Id="rId5" Type="http://schemas.openxmlformats.org/officeDocument/2006/relationships/image" Target="../media/image1390.png"/><Relationship Id="rId15" Type="http://schemas.openxmlformats.org/officeDocument/2006/relationships/image" Target="../media/image1490.png"/><Relationship Id="rId23" Type="http://schemas.openxmlformats.org/officeDocument/2006/relationships/image" Target="../media/image1320.png"/><Relationship Id="rId10" Type="http://schemas.openxmlformats.org/officeDocument/2006/relationships/image" Target="../media/image1440.png"/><Relationship Id="rId19" Type="http://schemas.openxmlformats.org/officeDocument/2006/relationships/image" Target="../media/image1530.png"/><Relationship Id="rId4" Type="http://schemas.openxmlformats.org/officeDocument/2006/relationships/image" Target="../media/image1380.png"/><Relationship Id="rId9" Type="http://schemas.openxmlformats.org/officeDocument/2006/relationships/image" Target="../media/image1430.png"/><Relationship Id="rId14" Type="http://schemas.openxmlformats.org/officeDocument/2006/relationships/image" Target="../media/image1480.png"/><Relationship Id="rId22" Type="http://schemas.openxmlformats.org/officeDocument/2006/relationships/image" Target="../media/image15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5" Type="http://schemas.openxmlformats.org/officeDocument/2006/relationships/image" Target="../media/image161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Relationship Id="rId14" Type="http://schemas.openxmlformats.org/officeDocument/2006/relationships/image" Target="../media/image17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8" Type="http://schemas.openxmlformats.org/officeDocument/2006/relationships/image" Target="../media/image187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90.png"/><Relationship Id="rId17" Type="http://schemas.openxmlformats.org/officeDocument/2006/relationships/image" Target="../media/image186.png"/><Relationship Id="rId2" Type="http://schemas.openxmlformats.org/officeDocument/2006/relationships/image" Target="../media/image162.png"/><Relationship Id="rId16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9.png"/><Relationship Id="rId5" Type="http://schemas.openxmlformats.org/officeDocument/2006/relationships/image" Target="../media/image181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19" Type="http://schemas.openxmlformats.org/officeDocument/2006/relationships/image" Target="../media/image195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1.png"/><Relationship Id="rId7" Type="http://schemas.openxmlformats.org/officeDocument/2006/relationships/image" Target="../media/image207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image" Target="../media/image210.png"/><Relationship Id="rId5" Type="http://schemas.openxmlformats.org/officeDocument/2006/relationships/image" Target="../media/image203.png"/><Relationship Id="rId10" Type="http://schemas.openxmlformats.org/officeDocument/2006/relationships/image" Target="../media/image209.png"/><Relationship Id="rId4" Type="http://schemas.openxmlformats.org/officeDocument/2006/relationships/image" Target="../media/image204.png"/><Relationship Id="rId9" Type="http://schemas.openxmlformats.org/officeDocument/2006/relationships/image" Target="../media/image20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10" Type="http://schemas.openxmlformats.org/officeDocument/2006/relationships/hyperlink" Target="https://arxiv.org/pdf/2405.04434" TargetMode="External"/><Relationship Id="rId4" Type="http://schemas.openxmlformats.org/officeDocument/2006/relationships/image" Target="../media/image219.png"/><Relationship Id="rId9" Type="http://schemas.openxmlformats.org/officeDocument/2006/relationships/image" Target="../media/image22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35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12" Type="http://schemas.openxmlformats.org/officeDocument/2006/relationships/image" Target="../media/image234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4.09864" TargetMode="External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405.04434" TargetMode="External"/><Relationship Id="rId4" Type="http://schemas.openxmlformats.org/officeDocument/2006/relationships/hyperlink" Target="https://huggingface.co/blog/designing-positional-encod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Transformers: Advanced Topics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00FE6-D683-4ACF-BBAC-A2B7178E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EDEDB6-CE12-4E82-9C49-0D85050C46D3}"/>
              </a:ext>
            </a:extLst>
          </p:cNvPr>
          <p:cNvSpPr txBox="1">
            <a:spLocks/>
          </p:cNvSpPr>
          <p:nvPr/>
        </p:nvSpPr>
        <p:spPr>
          <a:xfrm>
            <a:off x="1659836" y="1096965"/>
            <a:ext cx="8567530" cy="20856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Transformers: Advanced Topics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CC8492-016C-4880-ADAD-ABB8A60470DB}"/>
              </a:ext>
            </a:extLst>
          </p:cNvPr>
          <p:cNvSpPr txBox="1">
            <a:spLocks/>
          </p:cNvSpPr>
          <p:nvPr/>
        </p:nvSpPr>
        <p:spPr>
          <a:xfrm>
            <a:off x="1812236" y="1249365"/>
            <a:ext cx="8567530" cy="20856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Transformers: Advanced Topics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108D4-1FAC-4C81-A544-8707FB1A51BF}"/>
              </a:ext>
            </a:extLst>
          </p:cNvPr>
          <p:cNvSpPr txBox="1"/>
          <p:nvPr/>
        </p:nvSpPr>
        <p:spPr>
          <a:xfrm>
            <a:off x="3267489" y="2919562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Positional Encoding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7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5212A-9C7B-4A32-844B-093E42D0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Desirable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15E2DC-AEE9-4772-99CE-C2F7E1CDE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Property 1: 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Unique encoding </a:t>
                </a:r>
                <a:r>
                  <a:rPr lang="en-US" dirty="0"/>
                  <a:t>for each position (across sequences)</a:t>
                </a:r>
              </a:p>
              <a:p>
                <a:r>
                  <a:rPr lang="en-US" dirty="0"/>
                  <a:t>Property 2: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Linear relation </a:t>
                </a:r>
                <a:r>
                  <a:rPr lang="en-US" dirty="0"/>
                  <a:t>between two encoded positions</a:t>
                </a:r>
              </a:p>
              <a:p>
                <a:pPr lvl="2"/>
                <a:r>
                  <a:rPr lang="en-US" dirty="0"/>
                  <a:t>Given the encoding of position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it should be straight forward to compute the encoding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index</a:t>
                </a:r>
              </a:p>
              <a:p>
                <a:r>
                  <a:rPr lang="en-US" dirty="0"/>
                  <a:t>Property 3: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Generalizes to longer sequences </a:t>
                </a:r>
                <a:r>
                  <a:rPr lang="en-US" dirty="0"/>
                  <a:t>than those encountered in training</a:t>
                </a:r>
              </a:p>
              <a:p>
                <a:r>
                  <a:rPr lang="en-US" dirty="0"/>
                  <a:t>Property 4:</a:t>
                </a:r>
              </a:p>
              <a:p>
                <a:pPr lvl="1"/>
                <a:r>
                  <a:rPr lang="en-US" dirty="0"/>
                  <a:t>Does not induce </a:t>
                </a:r>
                <a:r>
                  <a:rPr lang="en-US" dirty="0">
                    <a:solidFill>
                      <a:srgbClr val="C00000"/>
                    </a:solidFill>
                  </a:rPr>
                  <a:t>instability in training</a:t>
                </a:r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15E2DC-AEE9-4772-99CE-C2F7E1CDE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3245CC-6076-4D3A-B705-687CB7AE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7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55CC-09DF-45DB-BAE7-EFB888E8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94A8A-7103-4AE1-9041-E71F5960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9D873-1686-4B82-BA3F-D36D062156E7}"/>
              </a:ext>
            </a:extLst>
          </p:cNvPr>
          <p:cNvSpPr/>
          <p:nvPr/>
        </p:nvSpPr>
        <p:spPr>
          <a:xfrm>
            <a:off x="1017104" y="2822716"/>
            <a:ext cx="5078896" cy="844826"/>
          </a:xfrm>
          <a:prstGeom prst="rect">
            <a:avLst/>
          </a:prstGeom>
          <a:solidFill>
            <a:schemeClr val="accent6">
              <a:alpha val="5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3D5C52-1A08-4833-948F-A115F938C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311285"/>
              </p:ext>
            </p:extLst>
          </p:nvPr>
        </p:nvGraphicFramePr>
        <p:xfrm>
          <a:off x="1096616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531D72-6EA9-4898-B781-BB6E28D90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313202"/>
              </p:ext>
            </p:extLst>
          </p:nvPr>
        </p:nvGraphicFramePr>
        <p:xfrm>
          <a:off x="2908852" y="448401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4AA74D-2A6A-4B20-A61C-6AC8FCA11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36462"/>
              </p:ext>
            </p:extLst>
          </p:nvPr>
        </p:nvGraphicFramePr>
        <p:xfrm>
          <a:off x="4840357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2443DE-2727-4A18-90E2-3768265F2F6B}"/>
              </a:ext>
            </a:extLst>
          </p:cNvPr>
          <p:cNvSpPr txBox="1"/>
          <p:nvPr/>
        </p:nvSpPr>
        <p:spPr>
          <a:xfrm>
            <a:off x="1325218" y="491987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4EEBC-A68A-4B3A-B3E1-C0ACDFAEB3D7}"/>
              </a:ext>
            </a:extLst>
          </p:cNvPr>
          <p:cNvSpPr txBox="1"/>
          <p:nvPr/>
        </p:nvSpPr>
        <p:spPr>
          <a:xfrm>
            <a:off x="3306416" y="495300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AC429-42A0-4D46-B156-D7FE45A19721}"/>
              </a:ext>
            </a:extLst>
          </p:cNvPr>
          <p:cNvSpPr txBox="1"/>
          <p:nvPr/>
        </p:nvSpPr>
        <p:spPr>
          <a:xfrm>
            <a:off x="5169802" y="4954633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here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A03A50D5-6D88-45F4-B73E-8E695A14D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737323"/>
              </p:ext>
            </p:extLst>
          </p:nvPr>
        </p:nvGraphicFramePr>
        <p:xfrm>
          <a:off x="1041952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AA5275-3ECB-4771-9AF9-CAA51769D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80131"/>
              </p:ext>
            </p:extLst>
          </p:nvPr>
        </p:nvGraphicFramePr>
        <p:xfrm>
          <a:off x="2854188" y="16541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6A88B-A856-4B65-8C78-6FD793A27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620976"/>
              </p:ext>
            </p:extLst>
          </p:nvPr>
        </p:nvGraphicFramePr>
        <p:xfrm>
          <a:off x="4785693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7E49F-F441-48BF-BD49-4D88B8EEF231}"/>
              </a:ext>
            </a:extLst>
          </p:cNvPr>
          <p:cNvCxnSpPr/>
          <p:nvPr/>
        </p:nvCxnSpPr>
        <p:spPr>
          <a:xfrm flipV="1">
            <a:off x="1692964" y="3667542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128C8D-D0AB-479D-8E64-3560947DDE0A}"/>
              </a:ext>
            </a:extLst>
          </p:cNvPr>
          <p:cNvCxnSpPr/>
          <p:nvPr/>
        </p:nvCxnSpPr>
        <p:spPr>
          <a:xfrm flipV="1">
            <a:off x="3505195" y="3670857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180C28-B03A-4A5E-AF96-367FA234CE94}"/>
              </a:ext>
            </a:extLst>
          </p:cNvPr>
          <p:cNvCxnSpPr/>
          <p:nvPr/>
        </p:nvCxnSpPr>
        <p:spPr>
          <a:xfrm flipV="1">
            <a:off x="5416819" y="3664233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4B0B1C-27B4-438F-AAA5-F8D30F318884}"/>
              </a:ext>
            </a:extLst>
          </p:cNvPr>
          <p:cNvCxnSpPr/>
          <p:nvPr/>
        </p:nvCxnSpPr>
        <p:spPr>
          <a:xfrm flipV="1">
            <a:off x="1692964" y="2112994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1B85F-9276-4A5A-97A3-10507A5701E5}"/>
              </a:ext>
            </a:extLst>
          </p:cNvPr>
          <p:cNvCxnSpPr/>
          <p:nvPr/>
        </p:nvCxnSpPr>
        <p:spPr>
          <a:xfrm flipV="1">
            <a:off x="3505195" y="2116309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5FB68F-D4E1-4EC1-84B5-87BBD7D83E5B}"/>
              </a:ext>
            </a:extLst>
          </p:cNvPr>
          <p:cNvCxnSpPr/>
          <p:nvPr/>
        </p:nvCxnSpPr>
        <p:spPr>
          <a:xfrm flipV="1">
            <a:off x="5416819" y="2109685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D5044D-9D46-4B8C-9378-D4A43ADB1DD1}"/>
              </a:ext>
            </a:extLst>
          </p:cNvPr>
          <p:cNvSpPr txBox="1"/>
          <p:nvPr/>
        </p:nvSpPr>
        <p:spPr>
          <a:xfrm>
            <a:off x="6629404" y="1789043"/>
            <a:ext cx="474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Add the positional index to the embedding</a:t>
            </a:r>
          </a:p>
        </p:txBody>
      </p:sp>
      <p:graphicFrame>
        <p:nvGraphicFramePr>
          <p:cNvPr id="23" name="Table 6">
            <a:extLst>
              <a:ext uri="{FF2B5EF4-FFF2-40B4-BE49-F238E27FC236}">
                <a16:creationId xmlns:a16="http://schemas.microsoft.com/office/drawing/2014/main" id="{DCBC876C-F900-4CDE-92E8-F5B8D9CDE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897790"/>
              </p:ext>
            </p:extLst>
          </p:nvPr>
        </p:nvGraphicFramePr>
        <p:xfrm>
          <a:off x="2299229" y="4478328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B50B83ED-A0A4-4B96-AD1F-19E10F375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0985"/>
              </p:ext>
            </p:extLst>
          </p:nvPr>
        </p:nvGraphicFramePr>
        <p:xfrm>
          <a:off x="4111461" y="4481643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2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EB454677-07E2-400E-AF8C-2F7C02284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75568"/>
              </p:ext>
            </p:extLst>
          </p:nvPr>
        </p:nvGraphicFramePr>
        <p:xfrm>
          <a:off x="6042965" y="4475019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3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3D899B3-EE02-4A40-A336-5674193F33C1}"/>
              </a:ext>
            </a:extLst>
          </p:cNvPr>
          <p:cNvSpPr txBox="1"/>
          <p:nvPr/>
        </p:nvSpPr>
        <p:spPr>
          <a:xfrm>
            <a:off x="1533305" y="51542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8F0C1-753C-465D-B6FF-B5E0E335930C}"/>
              </a:ext>
            </a:extLst>
          </p:cNvPr>
          <p:cNvSpPr txBox="1"/>
          <p:nvPr/>
        </p:nvSpPr>
        <p:spPr>
          <a:xfrm>
            <a:off x="3236206" y="516748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D25FE-B850-4E6E-AA58-161DED585592}"/>
              </a:ext>
            </a:extLst>
          </p:cNvPr>
          <p:cNvSpPr txBox="1"/>
          <p:nvPr/>
        </p:nvSpPr>
        <p:spPr>
          <a:xfrm>
            <a:off x="5207463" y="51708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F1FE8C-A1A7-4F0E-8793-94159E6410D0}"/>
              </a:ext>
            </a:extLst>
          </p:cNvPr>
          <p:cNvSpPr txBox="1"/>
          <p:nvPr/>
        </p:nvSpPr>
        <p:spPr>
          <a:xfrm>
            <a:off x="6629403" y="2322520"/>
            <a:ext cx="113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33BFE2-8BD2-4083-BE5B-4DB88EF6CDC3}"/>
              </a:ext>
            </a:extLst>
          </p:cNvPr>
          <p:cNvSpPr txBox="1"/>
          <p:nvPr/>
        </p:nvSpPr>
        <p:spPr>
          <a:xfrm>
            <a:off x="7089916" y="2695319"/>
            <a:ext cx="4820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The last entry of the embedding vector </a:t>
            </a:r>
          </a:p>
          <a:p>
            <a:r>
              <a:rPr lang="en-IN" dirty="0">
                <a:solidFill>
                  <a:srgbClr val="FF0000"/>
                </a:solidFill>
              </a:rPr>
              <a:t>      is unbounded (consider a 100 page doc)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Instability in training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B31B7-0F14-45C7-9DAC-45D552D80DDA}"/>
              </a:ext>
            </a:extLst>
          </p:cNvPr>
          <p:cNvSpPr txBox="1"/>
          <p:nvPr/>
        </p:nvSpPr>
        <p:spPr>
          <a:xfrm>
            <a:off x="6615282" y="4391147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Solution: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F1F15-FC24-427C-92DE-8D0896A40B7F}"/>
              </a:ext>
            </a:extLst>
          </p:cNvPr>
          <p:cNvSpPr txBox="1"/>
          <p:nvPr/>
        </p:nvSpPr>
        <p:spPr>
          <a:xfrm>
            <a:off x="7075795" y="4763946"/>
            <a:ext cx="4911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00B050"/>
                </a:solidFill>
              </a:rPr>
              <a:t>Normalize last vector entry with sequence </a:t>
            </a:r>
          </a:p>
          <a:p>
            <a:r>
              <a:rPr lang="en-IN" dirty="0">
                <a:solidFill>
                  <a:srgbClr val="00B050"/>
                </a:solidFill>
              </a:rPr>
              <a:t>     length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586884-C864-4D35-A26E-E22ACC552DBD}"/>
              </a:ext>
            </a:extLst>
          </p:cNvPr>
          <p:cNvSpPr txBox="1"/>
          <p:nvPr/>
        </p:nvSpPr>
        <p:spPr>
          <a:xfrm>
            <a:off x="8097718" y="3786261"/>
            <a:ext cx="2252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Violating Property 4</a:t>
            </a:r>
          </a:p>
        </p:txBody>
      </p:sp>
    </p:spTree>
    <p:extLst>
      <p:ext uri="{BB962C8B-B14F-4D97-AF65-F5344CB8AC3E}">
        <p14:creationId xmlns:p14="http://schemas.microsoft.com/office/powerpoint/2010/main" val="183458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55CC-09DF-45DB-BAE7-EFB888E8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94A8A-7103-4AE1-9041-E71F5960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9D873-1686-4B82-BA3F-D36D062156E7}"/>
              </a:ext>
            </a:extLst>
          </p:cNvPr>
          <p:cNvSpPr/>
          <p:nvPr/>
        </p:nvSpPr>
        <p:spPr>
          <a:xfrm>
            <a:off x="1017104" y="2822716"/>
            <a:ext cx="5078896" cy="844826"/>
          </a:xfrm>
          <a:prstGeom prst="rect">
            <a:avLst/>
          </a:prstGeom>
          <a:solidFill>
            <a:schemeClr val="accent6">
              <a:alpha val="5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3D5C52-1A08-4833-948F-A115F938C214}"/>
              </a:ext>
            </a:extLst>
          </p:cNvPr>
          <p:cNvGraphicFramePr>
            <a:graphicFrameLocks noGrp="1"/>
          </p:cNvGraphicFramePr>
          <p:nvPr/>
        </p:nvGraphicFramePr>
        <p:xfrm>
          <a:off x="1096616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531D72-6EA9-4898-B781-BB6E28D90D4A}"/>
              </a:ext>
            </a:extLst>
          </p:cNvPr>
          <p:cNvGraphicFramePr>
            <a:graphicFrameLocks noGrp="1"/>
          </p:cNvGraphicFramePr>
          <p:nvPr/>
        </p:nvGraphicFramePr>
        <p:xfrm>
          <a:off x="2908852" y="448401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4AA74D-2A6A-4B20-A61C-6AC8FCA119A5}"/>
              </a:ext>
            </a:extLst>
          </p:cNvPr>
          <p:cNvGraphicFramePr>
            <a:graphicFrameLocks noGrp="1"/>
          </p:cNvGraphicFramePr>
          <p:nvPr/>
        </p:nvGraphicFramePr>
        <p:xfrm>
          <a:off x="4840357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2443DE-2727-4A18-90E2-3768265F2F6B}"/>
              </a:ext>
            </a:extLst>
          </p:cNvPr>
          <p:cNvSpPr txBox="1"/>
          <p:nvPr/>
        </p:nvSpPr>
        <p:spPr>
          <a:xfrm>
            <a:off x="1325218" y="491987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4EEBC-A68A-4B3A-B3E1-C0ACDFAEB3D7}"/>
              </a:ext>
            </a:extLst>
          </p:cNvPr>
          <p:cNvSpPr txBox="1"/>
          <p:nvPr/>
        </p:nvSpPr>
        <p:spPr>
          <a:xfrm>
            <a:off x="3306416" y="495300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AC429-42A0-4D46-B156-D7FE45A19721}"/>
              </a:ext>
            </a:extLst>
          </p:cNvPr>
          <p:cNvSpPr txBox="1"/>
          <p:nvPr/>
        </p:nvSpPr>
        <p:spPr>
          <a:xfrm>
            <a:off x="5169802" y="4954633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here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A03A50D5-6D88-45F4-B73E-8E695A14D6C1}"/>
              </a:ext>
            </a:extLst>
          </p:cNvPr>
          <p:cNvGraphicFramePr>
            <a:graphicFrameLocks noGrp="1"/>
          </p:cNvGraphicFramePr>
          <p:nvPr/>
        </p:nvGraphicFramePr>
        <p:xfrm>
          <a:off x="1041952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AA5275-3ECB-4771-9AF9-CAA51769D54D}"/>
              </a:ext>
            </a:extLst>
          </p:cNvPr>
          <p:cNvGraphicFramePr>
            <a:graphicFrameLocks noGrp="1"/>
          </p:cNvGraphicFramePr>
          <p:nvPr/>
        </p:nvGraphicFramePr>
        <p:xfrm>
          <a:off x="2854188" y="16541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6A88B-A856-4B65-8C78-6FD793A2796A}"/>
              </a:ext>
            </a:extLst>
          </p:cNvPr>
          <p:cNvGraphicFramePr>
            <a:graphicFrameLocks noGrp="1"/>
          </p:cNvGraphicFramePr>
          <p:nvPr/>
        </p:nvGraphicFramePr>
        <p:xfrm>
          <a:off x="4785693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7E49F-F441-48BF-BD49-4D88B8EEF231}"/>
              </a:ext>
            </a:extLst>
          </p:cNvPr>
          <p:cNvCxnSpPr/>
          <p:nvPr/>
        </p:nvCxnSpPr>
        <p:spPr>
          <a:xfrm flipV="1">
            <a:off x="1692964" y="3667542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128C8D-D0AB-479D-8E64-3560947DDE0A}"/>
              </a:ext>
            </a:extLst>
          </p:cNvPr>
          <p:cNvCxnSpPr/>
          <p:nvPr/>
        </p:nvCxnSpPr>
        <p:spPr>
          <a:xfrm flipV="1">
            <a:off x="3505195" y="3670857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180C28-B03A-4A5E-AF96-367FA234CE94}"/>
              </a:ext>
            </a:extLst>
          </p:cNvPr>
          <p:cNvCxnSpPr/>
          <p:nvPr/>
        </p:nvCxnSpPr>
        <p:spPr>
          <a:xfrm flipV="1">
            <a:off x="5416819" y="3664233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4B0B1C-27B4-438F-AAA5-F8D30F318884}"/>
              </a:ext>
            </a:extLst>
          </p:cNvPr>
          <p:cNvCxnSpPr/>
          <p:nvPr/>
        </p:nvCxnSpPr>
        <p:spPr>
          <a:xfrm flipV="1">
            <a:off x="1692964" y="2112994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1B85F-9276-4A5A-97A3-10507A5701E5}"/>
              </a:ext>
            </a:extLst>
          </p:cNvPr>
          <p:cNvCxnSpPr/>
          <p:nvPr/>
        </p:nvCxnSpPr>
        <p:spPr>
          <a:xfrm flipV="1">
            <a:off x="3505195" y="2116309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5FB68F-D4E1-4EC1-84B5-87BBD7D83E5B}"/>
              </a:ext>
            </a:extLst>
          </p:cNvPr>
          <p:cNvCxnSpPr/>
          <p:nvPr/>
        </p:nvCxnSpPr>
        <p:spPr>
          <a:xfrm flipV="1">
            <a:off x="5416819" y="2109685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D5044D-9D46-4B8C-9378-D4A43ADB1DD1}"/>
              </a:ext>
            </a:extLst>
          </p:cNvPr>
          <p:cNvSpPr txBox="1"/>
          <p:nvPr/>
        </p:nvSpPr>
        <p:spPr>
          <a:xfrm>
            <a:off x="6629404" y="1789043"/>
            <a:ext cx="474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Add the positional index to the embedding</a:t>
            </a:r>
          </a:p>
        </p:txBody>
      </p:sp>
      <p:graphicFrame>
        <p:nvGraphicFramePr>
          <p:cNvPr id="23" name="Table 6">
            <a:extLst>
              <a:ext uri="{FF2B5EF4-FFF2-40B4-BE49-F238E27FC236}">
                <a16:creationId xmlns:a16="http://schemas.microsoft.com/office/drawing/2014/main" id="{DCBC876C-F900-4CDE-92E8-F5B8D9CDE3C9}"/>
              </a:ext>
            </a:extLst>
          </p:cNvPr>
          <p:cNvGraphicFramePr>
            <a:graphicFrameLocks noGrp="1"/>
          </p:cNvGraphicFramePr>
          <p:nvPr/>
        </p:nvGraphicFramePr>
        <p:xfrm>
          <a:off x="2299229" y="4478328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B50B83ED-A0A4-4B96-AD1F-19E10F375129}"/>
              </a:ext>
            </a:extLst>
          </p:cNvPr>
          <p:cNvGraphicFramePr>
            <a:graphicFrameLocks noGrp="1"/>
          </p:cNvGraphicFramePr>
          <p:nvPr/>
        </p:nvGraphicFramePr>
        <p:xfrm>
          <a:off x="4111461" y="4481643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2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EB454677-07E2-400E-AF8C-2F7C022847AB}"/>
              </a:ext>
            </a:extLst>
          </p:cNvPr>
          <p:cNvGraphicFramePr>
            <a:graphicFrameLocks noGrp="1"/>
          </p:cNvGraphicFramePr>
          <p:nvPr/>
        </p:nvGraphicFramePr>
        <p:xfrm>
          <a:off x="6042965" y="4475019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3</a:t>
                      </a:r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3D899B3-EE02-4A40-A336-5674193F33C1}"/>
              </a:ext>
            </a:extLst>
          </p:cNvPr>
          <p:cNvSpPr txBox="1"/>
          <p:nvPr/>
        </p:nvSpPr>
        <p:spPr>
          <a:xfrm>
            <a:off x="1533305" y="51542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8F0C1-753C-465D-B6FF-B5E0E335930C}"/>
              </a:ext>
            </a:extLst>
          </p:cNvPr>
          <p:cNvSpPr txBox="1"/>
          <p:nvPr/>
        </p:nvSpPr>
        <p:spPr>
          <a:xfrm>
            <a:off x="3236206" y="516748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D25FE-B850-4E6E-AA58-161DED585592}"/>
              </a:ext>
            </a:extLst>
          </p:cNvPr>
          <p:cNvSpPr txBox="1"/>
          <p:nvPr/>
        </p:nvSpPr>
        <p:spPr>
          <a:xfrm>
            <a:off x="5207463" y="51708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276E63-AC3A-4CFB-8519-54E20A403FCE}"/>
              </a:ext>
            </a:extLst>
          </p:cNvPr>
          <p:cNvSpPr txBox="1"/>
          <p:nvPr/>
        </p:nvSpPr>
        <p:spPr>
          <a:xfrm>
            <a:off x="6995881" y="2694375"/>
            <a:ext cx="452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Counting based index values are discrete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3C0EEA-7DE1-47CE-B618-190507E840D9}"/>
              </a:ext>
            </a:extLst>
          </p:cNvPr>
          <p:cNvSpPr txBox="1"/>
          <p:nvPr/>
        </p:nvSpPr>
        <p:spPr>
          <a:xfrm>
            <a:off x="6629404" y="2325043"/>
            <a:ext cx="113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2B5928-1FB2-4D85-81CE-AF5940A6CDBF}"/>
              </a:ext>
            </a:extLst>
          </p:cNvPr>
          <p:cNvSpPr txBox="1"/>
          <p:nvPr/>
        </p:nvSpPr>
        <p:spPr>
          <a:xfrm>
            <a:off x="6995881" y="3170741"/>
            <a:ext cx="536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Neural architectures hate discrete representation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270078-C12A-425F-BAA6-9DC361899AD9}"/>
              </a:ext>
            </a:extLst>
          </p:cNvPr>
          <p:cNvSpPr txBox="1"/>
          <p:nvPr/>
        </p:nvSpPr>
        <p:spPr>
          <a:xfrm>
            <a:off x="8097718" y="3786261"/>
            <a:ext cx="2252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Violating Property 4</a:t>
            </a:r>
          </a:p>
        </p:txBody>
      </p:sp>
    </p:spTree>
    <p:extLst>
      <p:ext uri="{BB962C8B-B14F-4D97-AF65-F5344CB8AC3E}">
        <p14:creationId xmlns:p14="http://schemas.microsoft.com/office/powerpoint/2010/main" val="31011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55CC-09DF-45DB-BAE7-EFB888E8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94A8A-7103-4AE1-9041-E71F5960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9D873-1686-4B82-BA3F-D36D062156E7}"/>
              </a:ext>
            </a:extLst>
          </p:cNvPr>
          <p:cNvSpPr/>
          <p:nvPr/>
        </p:nvSpPr>
        <p:spPr>
          <a:xfrm>
            <a:off x="1017104" y="2822716"/>
            <a:ext cx="5078896" cy="844826"/>
          </a:xfrm>
          <a:prstGeom prst="rect">
            <a:avLst/>
          </a:prstGeom>
          <a:solidFill>
            <a:schemeClr val="accent6">
              <a:alpha val="5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3D5C52-1A08-4833-948F-A115F938C214}"/>
              </a:ext>
            </a:extLst>
          </p:cNvPr>
          <p:cNvGraphicFramePr>
            <a:graphicFrameLocks noGrp="1"/>
          </p:cNvGraphicFramePr>
          <p:nvPr/>
        </p:nvGraphicFramePr>
        <p:xfrm>
          <a:off x="1096616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531D72-6EA9-4898-B781-BB6E28D90D4A}"/>
              </a:ext>
            </a:extLst>
          </p:cNvPr>
          <p:cNvGraphicFramePr>
            <a:graphicFrameLocks noGrp="1"/>
          </p:cNvGraphicFramePr>
          <p:nvPr/>
        </p:nvGraphicFramePr>
        <p:xfrm>
          <a:off x="2908852" y="448401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4AA74D-2A6A-4B20-A61C-6AC8FCA119A5}"/>
              </a:ext>
            </a:extLst>
          </p:cNvPr>
          <p:cNvGraphicFramePr>
            <a:graphicFrameLocks noGrp="1"/>
          </p:cNvGraphicFramePr>
          <p:nvPr/>
        </p:nvGraphicFramePr>
        <p:xfrm>
          <a:off x="4840357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2443DE-2727-4A18-90E2-3768265F2F6B}"/>
              </a:ext>
            </a:extLst>
          </p:cNvPr>
          <p:cNvSpPr txBox="1"/>
          <p:nvPr/>
        </p:nvSpPr>
        <p:spPr>
          <a:xfrm>
            <a:off x="1325218" y="491987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4EEBC-A68A-4B3A-B3E1-C0ACDFAEB3D7}"/>
              </a:ext>
            </a:extLst>
          </p:cNvPr>
          <p:cNvSpPr txBox="1"/>
          <p:nvPr/>
        </p:nvSpPr>
        <p:spPr>
          <a:xfrm>
            <a:off x="3306416" y="495300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AC429-42A0-4D46-B156-D7FE45A19721}"/>
              </a:ext>
            </a:extLst>
          </p:cNvPr>
          <p:cNvSpPr txBox="1"/>
          <p:nvPr/>
        </p:nvSpPr>
        <p:spPr>
          <a:xfrm>
            <a:off x="5169802" y="4954633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here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A03A50D5-6D88-45F4-B73E-8E695A14D6C1}"/>
              </a:ext>
            </a:extLst>
          </p:cNvPr>
          <p:cNvGraphicFramePr>
            <a:graphicFrameLocks noGrp="1"/>
          </p:cNvGraphicFramePr>
          <p:nvPr/>
        </p:nvGraphicFramePr>
        <p:xfrm>
          <a:off x="1041952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AA5275-3ECB-4771-9AF9-CAA51769D54D}"/>
              </a:ext>
            </a:extLst>
          </p:cNvPr>
          <p:cNvGraphicFramePr>
            <a:graphicFrameLocks noGrp="1"/>
          </p:cNvGraphicFramePr>
          <p:nvPr/>
        </p:nvGraphicFramePr>
        <p:xfrm>
          <a:off x="2854188" y="16541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6A88B-A856-4B65-8C78-6FD793A2796A}"/>
              </a:ext>
            </a:extLst>
          </p:cNvPr>
          <p:cNvGraphicFramePr>
            <a:graphicFrameLocks noGrp="1"/>
          </p:cNvGraphicFramePr>
          <p:nvPr/>
        </p:nvGraphicFramePr>
        <p:xfrm>
          <a:off x="4785693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7E49F-F441-48BF-BD49-4D88B8EEF231}"/>
              </a:ext>
            </a:extLst>
          </p:cNvPr>
          <p:cNvCxnSpPr/>
          <p:nvPr/>
        </p:nvCxnSpPr>
        <p:spPr>
          <a:xfrm flipV="1">
            <a:off x="1692964" y="3667542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128C8D-D0AB-479D-8E64-3560947DDE0A}"/>
              </a:ext>
            </a:extLst>
          </p:cNvPr>
          <p:cNvCxnSpPr/>
          <p:nvPr/>
        </p:nvCxnSpPr>
        <p:spPr>
          <a:xfrm flipV="1">
            <a:off x="3505195" y="3670857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180C28-B03A-4A5E-AF96-367FA234CE94}"/>
              </a:ext>
            </a:extLst>
          </p:cNvPr>
          <p:cNvCxnSpPr/>
          <p:nvPr/>
        </p:nvCxnSpPr>
        <p:spPr>
          <a:xfrm flipV="1">
            <a:off x="5416819" y="3664233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4B0B1C-27B4-438F-AAA5-F8D30F318884}"/>
              </a:ext>
            </a:extLst>
          </p:cNvPr>
          <p:cNvCxnSpPr/>
          <p:nvPr/>
        </p:nvCxnSpPr>
        <p:spPr>
          <a:xfrm flipV="1">
            <a:off x="1692964" y="2112994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1B85F-9276-4A5A-97A3-10507A5701E5}"/>
              </a:ext>
            </a:extLst>
          </p:cNvPr>
          <p:cNvCxnSpPr/>
          <p:nvPr/>
        </p:nvCxnSpPr>
        <p:spPr>
          <a:xfrm flipV="1">
            <a:off x="3505195" y="2116309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5FB68F-D4E1-4EC1-84B5-87BBD7D83E5B}"/>
              </a:ext>
            </a:extLst>
          </p:cNvPr>
          <p:cNvCxnSpPr/>
          <p:nvPr/>
        </p:nvCxnSpPr>
        <p:spPr>
          <a:xfrm flipV="1">
            <a:off x="5416819" y="2109685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D5044D-9D46-4B8C-9378-D4A43ADB1DD1}"/>
              </a:ext>
            </a:extLst>
          </p:cNvPr>
          <p:cNvSpPr txBox="1"/>
          <p:nvPr/>
        </p:nvSpPr>
        <p:spPr>
          <a:xfrm>
            <a:off x="6629404" y="1789043"/>
            <a:ext cx="474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Add the positional index to the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DCBC876C-F900-4CDE-92E8-F5B8D9CDE3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245511"/>
                  </p:ext>
                </p:extLst>
              </p:nvPr>
            </p:nvGraphicFramePr>
            <p:xfrm>
              <a:off x="2299229" y="4478328"/>
              <a:ext cx="35384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384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200" dirty="0"/>
                        </a:p>
                      </a:txBody>
                      <a:tcPr marL="87228" marR="87228" marT="43614" marB="43614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DCBC876C-F900-4CDE-92E8-F5B8D9CDE3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245511"/>
                  </p:ext>
                </p:extLst>
              </p:nvPr>
            </p:nvGraphicFramePr>
            <p:xfrm>
              <a:off x="2299229" y="4478328"/>
              <a:ext cx="35384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384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228" marR="87228" marT="43614" marB="43614">
                        <a:blipFill>
                          <a:blip r:embed="rId2"/>
                          <a:stretch>
                            <a:fillRect l="-1695" t="-96552" r="-3390" b="-143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3D899B3-EE02-4A40-A336-5674193F33C1}"/>
              </a:ext>
            </a:extLst>
          </p:cNvPr>
          <p:cNvSpPr txBox="1"/>
          <p:nvPr/>
        </p:nvSpPr>
        <p:spPr>
          <a:xfrm>
            <a:off x="1533305" y="51542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8F0C1-753C-465D-B6FF-B5E0E335930C}"/>
              </a:ext>
            </a:extLst>
          </p:cNvPr>
          <p:cNvSpPr txBox="1"/>
          <p:nvPr/>
        </p:nvSpPr>
        <p:spPr>
          <a:xfrm>
            <a:off x="3236206" y="516748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D25FE-B850-4E6E-AA58-161DED585592}"/>
              </a:ext>
            </a:extLst>
          </p:cNvPr>
          <p:cNvSpPr txBox="1"/>
          <p:nvPr/>
        </p:nvSpPr>
        <p:spPr>
          <a:xfrm>
            <a:off x="5207463" y="51708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(3)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B31B7-0F14-45C7-9DAC-45D552D80DDA}"/>
              </a:ext>
            </a:extLst>
          </p:cNvPr>
          <p:cNvSpPr txBox="1"/>
          <p:nvPr/>
        </p:nvSpPr>
        <p:spPr>
          <a:xfrm>
            <a:off x="6629404" y="2342768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Solution: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F1F15-FC24-427C-92DE-8D0896A40B7F}"/>
              </a:ext>
            </a:extLst>
          </p:cNvPr>
          <p:cNvSpPr txBox="1"/>
          <p:nvPr/>
        </p:nvSpPr>
        <p:spPr>
          <a:xfrm>
            <a:off x="7089917" y="2715567"/>
            <a:ext cx="4911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Normalize last vector entry with sequence </a:t>
            </a:r>
          </a:p>
          <a:p>
            <a:r>
              <a:rPr lang="en-IN" dirty="0"/>
              <a:t>     length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0684D6-7D76-4F75-89F5-22D65C74A8A0}"/>
              </a:ext>
            </a:extLst>
          </p:cNvPr>
          <p:cNvSpPr txBox="1"/>
          <p:nvPr/>
        </p:nvSpPr>
        <p:spPr>
          <a:xfrm>
            <a:off x="7897186" y="3512307"/>
            <a:ext cx="2211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     is       here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7A973D-21CC-4DE8-AF8E-2067608A043C}"/>
              </a:ext>
            </a:extLst>
          </p:cNvPr>
          <p:cNvSpPr txBox="1"/>
          <p:nvPr/>
        </p:nvSpPr>
        <p:spPr>
          <a:xfrm>
            <a:off x="7875834" y="4328424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     is       in       the      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2C24BC-412A-41D0-9DF2-010B3118FF04}"/>
                  </a:ext>
                </a:extLst>
              </p:cNvPr>
              <p:cNvSpPr txBox="1"/>
              <p:nvPr/>
            </p:nvSpPr>
            <p:spPr>
              <a:xfrm>
                <a:off x="8080463" y="3828032"/>
                <a:ext cx="1908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  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2C24BC-412A-41D0-9DF2-010B3118F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463" y="3828032"/>
                <a:ext cx="1908728" cy="276999"/>
              </a:xfrm>
              <a:prstGeom prst="rect">
                <a:avLst/>
              </a:prstGeom>
              <a:blipFill>
                <a:blip r:embed="rId3"/>
                <a:stretch>
                  <a:fillRect l="-10224" t="-173333" r="-30032" b="-25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92E561-332C-42BF-9ACA-3CF7E39FB02A}"/>
                  </a:ext>
                </a:extLst>
              </p:cNvPr>
              <p:cNvSpPr txBox="1"/>
              <p:nvPr/>
            </p:nvSpPr>
            <p:spPr>
              <a:xfrm>
                <a:off x="8074533" y="4697756"/>
                <a:ext cx="32976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  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5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92E561-332C-42BF-9ACA-3CF7E39F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533" y="4697756"/>
                <a:ext cx="3297698" cy="276999"/>
              </a:xfrm>
              <a:prstGeom prst="rect">
                <a:avLst/>
              </a:prstGeom>
              <a:blipFill>
                <a:blip r:embed="rId4"/>
                <a:stretch>
                  <a:fillRect l="-5915" t="-173333" r="-10906" b="-26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6DC6A52-C7C2-4E41-B612-C8EA97391B4E}"/>
              </a:ext>
            </a:extLst>
          </p:cNvPr>
          <p:cNvSpPr txBox="1"/>
          <p:nvPr/>
        </p:nvSpPr>
        <p:spPr>
          <a:xfrm>
            <a:off x="7439891" y="35149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(I)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C79216-27FE-4560-98D3-120EBB71950A}"/>
              </a:ext>
            </a:extLst>
          </p:cNvPr>
          <p:cNvSpPr txBox="1"/>
          <p:nvPr/>
        </p:nvSpPr>
        <p:spPr>
          <a:xfrm>
            <a:off x="7446817" y="434280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(II)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72B2BC-DD45-4738-ABAA-AA11E13B7F2C}"/>
              </a:ext>
            </a:extLst>
          </p:cNvPr>
          <p:cNvSpPr/>
          <p:nvPr/>
        </p:nvSpPr>
        <p:spPr>
          <a:xfrm>
            <a:off x="9424554" y="3492390"/>
            <a:ext cx="716741" cy="646331"/>
          </a:xfrm>
          <a:prstGeom prst="ellipse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8E4A7F4-ACA3-45A3-A472-657FE629876A}"/>
              </a:ext>
            </a:extLst>
          </p:cNvPr>
          <p:cNvSpPr/>
          <p:nvPr/>
        </p:nvSpPr>
        <p:spPr>
          <a:xfrm>
            <a:off x="9298947" y="4401691"/>
            <a:ext cx="716741" cy="646331"/>
          </a:xfrm>
          <a:prstGeom prst="ellipse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BBBBD6-1172-43A8-9894-F12471EC66A3}"/>
              </a:ext>
            </a:extLst>
          </p:cNvPr>
          <p:cNvSpPr txBox="1"/>
          <p:nvPr/>
        </p:nvSpPr>
        <p:spPr>
          <a:xfrm>
            <a:off x="7110699" y="5338939"/>
            <a:ext cx="469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Different representation for the same index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DECEEF-5133-43A5-B9C1-13D1E8DBB826}"/>
              </a:ext>
            </a:extLst>
          </p:cNvPr>
          <p:cNvSpPr txBox="1"/>
          <p:nvPr/>
        </p:nvSpPr>
        <p:spPr>
          <a:xfrm>
            <a:off x="8298476" y="5783039"/>
            <a:ext cx="2252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Violating Property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6">
                <a:extLst>
                  <a:ext uri="{FF2B5EF4-FFF2-40B4-BE49-F238E27FC236}">
                    <a16:creationId xmlns:a16="http://schemas.microsoft.com/office/drawing/2014/main" id="{D6D56D5F-20B8-46A2-9D25-EA9EF069A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7956445"/>
                  </p:ext>
                </p:extLst>
              </p:nvPr>
            </p:nvGraphicFramePr>
            <p:xfrm>
              <a:off x="4101524" y="4481643"/>
              <a:ext cx="44039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039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200" dirty="0"/>
                        </a:p>
                      </a:txBody>
                      <a:tcPr marL="87228" marR="87228" marT="43614" marB="43614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6">
                <a:extLst>
                  <a:ext uri="{FF2B5EF4-FFF2-40B4-BE49-F238E27FC236}">
                    <a16:creationId xmlns:a16="http://schemas.microsoft.com/office/drawing/2014/main" id="{D6D56D5F-20B8-46A2-9D25-EA9EF069A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7956445"/>
                  </p:ext>
                </p:extLst>
              </p:nvPr>
            </p:nvGraphicFramePr>
            <p:xfrm>
              <a:off x="4101524" y="4481643"/>
              <a:ext cx="44039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039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228" marR="87228" marT="43614" marB="43614">
                        <a:blipFill>
                          <a:blip r:embed="rId5"/>
                          <a:stretch>
                            <a:fillRect l="-1351" t="-96552" r="-2703" b="-143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Table 6">
                <a:extLst>
                  <a:ext uri="{FF2B5EF4-FFF2-40B4-BE49-F238E27FC236}">
                    <a16:creationId xmlns:a16="http://schemas.microsoft.com/office/drawing/2014/main" id="{9382FCFC-A8A4-41CB-81C9-1B6D8506F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465275"/>
                  </p:ext>
                </p:extLst>
              </p:nvPr>
            </p:nvGraphicFramePr>
            <p:xfrm>
              <a:off x="6033028" y="4475019"/>
              <a:ext cx="44039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039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200" dirty="0"/>
                        </a:p>
                      </a:txBody>
                      <a:tcPr marL="87228" marR="87228" marT="43614" marB="43614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Table 6">
                <a:extLst>
                  <a:ext uri="{FF2B5EF4-FFF2-40B4-BE49-F238E27FC236}">
                    <a16:creationId xmlns:a16="http://schemas.microsoft.com/office/drawing/2014/main" id="{9382FCFC-A8A4-41CB-81C9-1B6D8506F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465275"/>
                  </p:ext>
                </p:extLst>
              </p:nvPr>
            </p:nvGraphicFramePr>
            <p:xfrm>
              <a:off x="6033028" y="4475019"/>
              <a:ext cx="440394" cy="3496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0394">
                      <a:extLst>
                        <a:ext uri="{9D8B030D-6E8A-4147-A177-3AD203B41FA5}">
                          <a16:colId xmlns:a16="http://schemas.microsoft.com/office/drawing/2014/main" val="1747980938"/>
                        </a:ext>
                      </a:extLst>
                    </a:gridCol>
                  </a:tblGrid>
                  <a:tr h="349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228" marR="87228" marT="43614" marB="43614">
                        <a:blipFill>
                          <a:blip r:embed="rId6"/>
                          <a:stretch>
                            <a:fillRect l="-1370" t="-94828" r="-2740" b="-1448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899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834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9" grpId="0" animBg="1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55CC-09DF-45DB-BAE7-EFB888E8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94A8A-7103-4AE1-9041-E71F5960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9D873-1686-4B82-BA3F-D36D062156E7}"/>
              </a:ext>
            </a:extLst>
          </p:cNvPr>
          <p:cNvSpPr/>
          <p:nvPr/>
        </p:nvSpPr>
        <p:spPr>
          <a:xfrm>
            <a:off x="1017104" y="2822716"/>
            <a:ext cx="5078896" cy="844826"/>
          </a:xfrm>
          <a:prstGeom prst="rect">
            <a:avLst/>
          </a:prstGeom>
          <a:solidFill>
            <a:schemeClr val="accent6">
              <a:alpha val="5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3D5C52-1A08-4833-948F-A115F938C214}"/>
              </a:ext>
            </a:extLst>
          </p:cNvPr>
          <p:cNvGraphicFramePr>
            <a:graphicFrameLocks noGrp="1"/>
          </p:cNvGraphicFramePr>
          <p:nvPr/>
        </p:nvGraphicFramePr>
        <p:xfrm>
          <a:off x="1096616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531D72-6EA9-4898-B781-BB6E28D90D4A}"/>
              </a:ext>
            </a:extLst>
          </p:cNvPr>
          <p:cNvGraphicFramePr>
            <a:graphicFrameLocks noGrp="1"/>
          </p:cNvGraphicFramePr>
          <p:nvPr/>
        </p:nvGraphicFramePr>
        <p:xfrm>
          <a:off x="2908852" y="448401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4AA74D-2A6A-4B20-A61C-6AC8FCA119A5}"/>
              </a:ext>
            </a:extLst>
          </p:cNvPr>
          <p:cNvGraphicFramePr>
            <a:graphicFrameLocks noGrp="1"/>
          </p:cNvGraphicFramePr>
          <p:nvPr/>
        </p:nvGraphicFramePr>
        <p:xfrm>
          <a:off x="4840357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2443DE-2727-4A18-90E2-3768265F2F6B}"/>
              </a:ext>
            </a:extLst>
          </p:cNvPr>
          <p:cNvSpPr txBox="1"/>
          <p:nvPr/>
        </p:nvSpPr>
        <p:spPr>
          <a:xfrm>
            <a:off x="1325218" y="557584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4EEBC-A68A-4B3A-B3E1-C0ACDFAEB3D7}"/>
              </a:ext>
            </a:extLst>
          </p:cNvPr>
          <p:cNvSpPr txBox="1"/>
          <p:nvPr/>
        </p:nvSpPr>
        <p:spPr>
          <a:xfrm>
            <a:off x="3306416" y="560897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AC429-42A0-4D46-B156-D7FE45A19721}"/>
              </a:ext>
            </a:extLst>
          </p:cNvPr>
          <p:cNvSpPr txBox="1"/>
          <p:nvPr/>
        </p:nvSpPr>
        <p:spPr>
          <a:xfrm>
            <a:off x="5169802" y="5610607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here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A03A50D5-6D88-45F4-B73E-8E695A14D6C1}"/>
              </a:ext>
            </a:extLst>
          </p:cNvPr>
          <p:cNvGraphicFramePr>
            <a:graphicFrameLocks noGrp="1"/>
          </p:cNvGraphicFramePr>
          <p:nvPr/>
        </p:nvGraphicFramePr>
        <p:xfrm>
          <a:off x="1041952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AA5275-3ECB-4771-9AF9-CAA51769D54D}"/>
              </a:ext>
            </a:extLst>
          </p:cNvPr>
          <p:cNvGraphicFramePr>
            <a:graphicFrameLocks noGrp="1"/>
          </p:cNvGraphicFramePr>
          <p:nvPr/>
        </p:nvGraphicFramePr>
        <p:xfrm>
          <a:off x="2854188" y="16541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6A88B-A856-4B65-8C78-6FD793A2796A}"/>
              </a:ext>
            </a:extLst>
          </p:cNvPr>
          <p:cNvGraphicFramePr>
            <a:graphicFrameLocks noGrp="1"/>
          </p:cNvGraphicFramePr>
          <p:nvPr/>
        </p:nvGraphicFramePr>
        <p:xfrm>
          <a:off x="4785693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7E49F-F441-48BF-BD49-4D88B8EEF231}"/>
              </a:ext>
            </a:extLst>
          </p:cNvPr>
          <p:cNvCxnSpPr/>
          <p:nvPr/>
        </p:nvCxnSpPr>
        <p:spPr>
          <a:xfrm flipV="1">
            <a:off x="1692964" y="3667542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128C8D-D0AB-479D-8E64-3560947DDE0A}"/>
              </a:ext>
            </a:extLst>
          </p:cNvPr>
          <p:cNvCxnSpPr/>
          <p:nvPr/>
        </p:nvCxnSpPr>
        <p:spPr>
          <a:xfrm flipV="1">
            <a:off x="3505195" y="3670857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180C28-B03A-4A5E-AF96-367FA234CE94}"/>
              </a:ext>
            </a:extLst>
          </p:cNvPr>
          <p:cNvCxnSpPr/>
          <p:nvPr/>
        </p:nvCxnSpPr>
        <p:spPr>
          <a:xfrm flipV="1">
            <a:off x="5416819" y="3664233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4B0B1C-27B4-438F-AAA5-F8D30F318884}"/>
              </a:ext>
            </a:extLst>
          </p:cNvPr>
          <p:cNvCxnSpPr/>
          <p:nvPr/>
        </p:nvCxnSpPr>
        <p:spPr>
          <a:xfrm flipV="1">
            <a:off x="1692964" y="2112994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1B85F-9276-4A5A-97A3-10507A5701E5}"/>
              </a:ext>
            </a:extLst>
          </p:cNvPr>
          <p:cNvCxnSpPr/>
          <p:nvPr/>
        </p:nvCxnSpPr>
        <p:spPr>
          <a:xfrm flipV="1">
            <a:off x="3505195" y="2116309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5FB68F-D4E1-4EC1-84B5-87BBD7D83E5B}"/>
              </a:ext>
            </a:extLst>
          </p:cNvPr>
          <p:cNvCxnSpPr/>
          <p:nvPr/>
        </p:nvCxnSpPr>
        <p:spPr>
          <a:xfrm flipV="1">
            <a:off x="5416819" y="2109685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D5044D-9D46-4B8C-9378-D4A43ADB1DD1}"/>
              </a:ext>
            </a:extLst>
          </p:cNvPr>
          <p:cNvSpPr txBox="1"/>
          <p:nvPr/>
        </p:nvSpPr>
        <p:spPr>
          <a:xfrm>
            <a:off x="6453655" y="1827339"/>
            <a:ext cx="5638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Can we use binary representation of position index?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899B3-EE02-4A40-A336-5674193F33C1}"/>
              </a:ext>
            </a:extLst>
          </p:cNvPr>
          <p:cNvSpPr txBox="1"/>
          <p:nvPr/>
        </p:nvSpPr>
        <p:spPr>
          <a:xfrm>
            <a:off x="1533305" y="581020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8F0C1-753C-465D-B6FF-B5E0E335930C}"/>
              </a:ext>
            </a:extLst>
          </p:cNvPr>
          <p:cNvSpPr txBox="1"/>
          <p:nvPr/>
        </p:nvSpPr>
        <p:spPr>
          <a:xfrm>
            <a:off x="3236206" y="5823459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D25FE-B850-4E6E-AA58-161DED585592}"/>
              </a:ext>
            </a:extLst>
          </p:cNvPr>
          <p:cNvSpPr txBox="1"/>
          <p:nvPr/>
        </p:nvSpPr>
        <p:spPr>
          <a:xfrm>
            <a:off x="5207463" y="5826774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(3)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D6249359-70D4-420A-A531-537156322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35787"/>
              </p:ext>
            </p:extLst>
          </p:nvPr>
        </p:nvGraphicFramePr>
        <p:xfrm>
          <a:off x="1096616" y="5241819"/>
          <a:ext cx="1202637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19870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19870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19870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0F09FB3-E744-4ECA-A154-E88DCBB84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1810"/>
              </p:ext>
            </p:extLst>
          </p:nvPr>
        </p:nvGraphicFramePr>
        <p:xfrm>
          <a:off x="2908852" y="5232146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E761714-922C-4745-871E-1E42256C7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08218"/>
              </p:ext>
            </p:extLst>
          </p:nvPr>
        </p:nvGraphicFramePr>
        <p:xfrm>
          <a:off x="4840357" y="52247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C1A93E-B232-4648-9EDA-ADA8A26589CA}"/>
              </a:ext>
            </a:extLst>
          </p:cNvPr>
          <p:cNvSpPr txBox="1"/>
          <p:nvPr/>
        </p:nvSpPr>
        <p:spPr>
          <a:xfrm>
            <a:off x="1473993" y="484026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F067B2-9081-4738-BF21-7374D1FF1D00}"/>
              </a:ext>
            </a:extLst>
          </p:cNvPr>
          <p:cNvSpPr txBox="1"/>
          <p:nvPr/>
        </p:nvSpPr>
        <p:spPr>
          <a:xfrm>
            <a:off x="3326294" y="485260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B7CE15-8CAD-453A-9B34-B8FAE6BC26B0}"/>
              </a:ext>
            </a:extLst>
          </p:cNvPr>
          <p:cNvSpPr txBox="1"/>
          <p:nvPr/>
        </p:nvSpPr>
        <p:spPr>
          <a:xfrm>
            <a:off x="5266774" y="485260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+</a:t>
            </a:r>
          </a:p>
        </p:txBody>
      </p:sp>
      <p:pic>
        <p:nvPicPr>
          <p:cNvPr id="37" name="BinaryVector3D">
            <a:hlinkClick r:id="" action="ppaction://media"/>
            <a:extLst>
              <a:ext uri="{FF2B5EF4-FFF2-40B4-BE49-F238E27FC236}">
                <a16:creationId xmlns:a16="http://schemas.microsoft.com/office/drawing/2014/main" id="{ADC721F6-17E9-41D9-A01B-0776724D5F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55782" y="2460681"/>
            <a:ext cx="5434471" cy="305689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0EDF3A3-371C-44D7-8227-C206695E3793}"/>
              </a:ext>
            </a:extLst>
          </p:cNvPr>
          <p:cNvSpPr txBox="1"/>
          <p:nvPr/>
        </p:nvSpPr>
        <p:spPr>
          <a:xfrm>
            <a:off x="6158644" y="5625539"/>
            <a:ext cx="3459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 result of addition is ‘jumpy’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5C8A5D-691D-45BD-ADE7-D884B55CB8B7}"/>
              </a:ext>
            </a:extLst>
          </p:cNvPr>
          <p:cNvSpPr txBox="1"/>
          <p:nvPr/>
        </p:nvSpPr>
        <p:spPr>
          <a:xfrm>
            <a:off x="6168849" y="6015462"/>
            <a:ext cx="597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Optimization process likes smooth, continuous changes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95C0F4-EF5B-4176-9FCA-91307F875B13}"/>
              </a:ext>
            </a:extLst>
          </p:cNvPr>
          <p:cNvSpPr txBox="1"/>
          <p:nvPr/>
        </p:nvSpPr>
        <p:spPr>
          <a:xfrm>
            <a:off x="6168849" y="6449068"/>
            <a:ext cx="2252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Violating Property 4</a:t>
            </a:r>
          </a:p>
        </p:txBody>
      </p:sp>
    </p:spTree>
    <p:extLst>
      <p:ext uri="{BB962C8B-B14F-4D97-AF65-F5344CB8AC3E}">
        <p14:creationId xmlns:p14="http://schemas.microsoft.com/office/powerpoint/2010/main" val="407015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  <p:bldLst>
      <p:bldP spid="41" grpId="0"/>
      <p:bldP spid="4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850D-220A-442F-A40C-FC2997A2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DD906-E7EE-4852-8476-84157D19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pic>
        <p:nvPicPr>
          <p:cNvPr id="5" name="BinaryPositionalEncodingPlot">
            <a:hlinkClick r:id="" action="ppaction://media"/>
            <a:extLst>
              <a:ext uri="{FF2B5EF4-FFF2-40B4-BE49-F238E27FC236}">
                <a16:creationId xmlns:a16="http://schemas.microsoft.com/office/drawing/2014/main" id="{E5AACA09-5A7C-407E-BD00-DC7BEBA2A5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7678" y="1674231"/>
            <a:ext cx="7324944" cy="41202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3E13A4-C372-4A78-8CB5-CB4353A5E516}"/>
              </a:ext>
            </a:extLst>
          </p:cNvPr>
          <p:cNvSpPr txBox="1"/>
          <p:nvPr/>
        </p:nvSpPr>
        <p:spPr>
          <a:xfrm>
            <a:off x="8300059" y="2630269"/>
            <a:ext cx="336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LSB changes in every consecutive numbers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4F9EE-0347-477F-828E-84308C43CBF7}"/>
              </a:ext>
            </a:extLst>
          </p:cNvPr>
          <p:cNvSpPr txBox="1"/>
          <p:nvPr/>
        </p:nvSpPr>
        <p:spPr>
          <a:xfrm>
            <a:off x="8300059" y="3429000"/>
            <a:ext cx="336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second LSB changes in every two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B752-5343-4EC3-8779-3AED5365568B}"/>
              </a:ext>
            </a:extLst>
          </p:cNvPr>
          <p:cNvSpPr txBox="1"/>
          <p:nvPr/>
        </p:nvSpPr>
        <p:spPr>
          <a:xfrm>
            <a:off x="8300668" y="1664292"/>
            <a:ext cx="336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Least Significant Bits (LSB)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3E13D-721F-43A8-B03A-A4054A065422}"/>
              </a:ext>
            </a:extLst>
          </p:cNvPr>
          <p:cNvSpPr txBox="1"/>
          <p:nvPr/>
        </p:nvSpPr>
        <p:spPr>
          <a:xfrm>
            <a:off x="8300668" y="2056235"/>
            <a:ext cx="336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Most Significant Bits (MSB)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36A70-0A02-4FA2-8FEA-DAD65CE0BED0}"/>
              </a:ext>
            </a:extLst>
          </p:cNvPr>
          <p:cNvSpPr txBox="1"/>
          <p:nvPr/>
        </p:nvSpPr>
        <p:spPr>
          <a:xfrm>
            <a:off x="8300058" y="4840718"/>
            <a:ext cx="336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MSB changes in the slowest rate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2F69E8-0467-4933-949D-8A9F83CEC070}"/>
              </a:ext>
            </a:extLst>
          </p:cNvPr>
          <p:cNvCxnSpPr/>
          <p:nvPr/>
        </p:nvCxnSpPr>
        <p:spPr>
          <a:xfrm>
            <a:off x="9740348" y="4075331"/>
            <a:ext cx="0" cy="685512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43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5009-C2F9-4495-81AD-EFFA4B28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A Naïve Idea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C0E94-E8FD-426E-983F-059338004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pic>
        <p:nvPicPr>
          <p:cNvPr id="5" name="SteppedPositionalEncodingPlot">
            <a:hlinkClick r:id="" action="ppaction://media"/>
            <a:extLst>
              <a:ext uri="{FF2B5EF4-FFF2-40B4-BE49-F238E27FC236}">
                <a16:creationId xmlns:a16="http://schemas.microsoft.com/office/drawing/2014/main" id="{2D9760A1-88E9-46E7-B4B9-814DFC695D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6279" y="958110"/>
            <a:ext cx="9599093" cy="53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4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FC69-95D6-46AE-9226-BA5634C7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Periodic Function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AB22A-3AED-48D4-9C89-F0FCF81A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90CB0-1E34-4AD8-8C7C-B30BCAD0DE73}"/>
              </a:ext>
            </a:extLst>
          </p:cNvPr>
          <p:cNvSpPr/>
          <p:nvPr/>
        </p:nvSpPr>
        <p:spPr>
          <a:xfrm>
            <a:off x="1017104" y="2822716"/>
            <a:ext cx="5078896" cy="844826"/>
          </a:xfrm>
          <a:prstGeom prst="rect">
            <a:avLst/>
          </a:prstGeom>
          <a:solidFill>
            <a:schemeClr val="accent6">
              <a:alpha val="5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SELF ATTENTION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838B4C7-1338-4288-85BA-4C2496B114AF}"/>
              </a:ext>
            </a:extLst>
          </p:cNvPr>
          <p:cNvGraphicFramePr>
            <a:graphicFrameLocks noGrp="1"/>
          </p:cNvGraphicFramePr>
          <p:nvPr/>
        </p:nvGraphicFramePr>
        <p:xfrm>
          <a:off x="1096616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E1E56D-56C7-4E96-A433-7B55C9F90C48}"/>
              </a:ext>
            </a:extLst>
          </p:cNvPr>
          <p:cNvGraphicFramePr>
            <a:graphicFrameLocks noGrp="1"/>
          </p:cNvGraphicFramePr>
          <p:nvPr/>
        </p:nvGraphicFramePr>
        <p:xfrm>
          <a:off x="2908852" y="448401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788EC4-C055-4F76-ADD9-D3679486839F}"/>
              </a:ext>
            </a:extLst>
          </p:cNvPr>
          <p:cNvGraphicFramePr>
            <a:graphicFrameLocks noGrp="1"/>
          </p:cNvGraphicFramePr>
          <p:nvPr/>
        </p:nvGraphicFramePr>
        <p:xfrm>
          <a:off x="4840357" y="447665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0B5F4D6-9E84-4E46-B98C-C20CC3307905}"/>
              </a:ext>
            </a:extLst>
          </p:cNvPr>
          <p:cNvSpPr txBox="1"/>
          <p:nvPr/>
        </p:nvSpPr>
        <p:spPr>
          <a:xfrm>
            <a:off x="1325218" y="491987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6929D-07CC-452E-956E-C4CA847D0CA5}"/>
              </a:ext>
            </a:extLst>
          </p:cNvPr>
          <p:cNvSpPr txBox="1"/>
          <p:nvPr/>
        </p:nvSpPr>
        <p:spPr>
          <a:xfrm>
            <a:off x="3306416" y="495300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575A5-5F61-4C9E-A693-14DFFF8C6BEA}"/>
              </a:ext>
            </a:extLst>
          </p:cNvPr>
          <p:cNvSpPr txBox="1"/>
          <p:nvPr/>
        </p:nvSpPr>
        <p:spPr>
          <a:xfrm>
            <a:off x="5169802" y="4954633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here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4E96DDB-E5EE-4525-B4AE-03437A2C4CFC}"/>
              </a:ext>
            </a:extLst>
          </p:cNvPr>
          <p:cNvGraphicFramePr>
            <a:graphicFrameLocks noGrp="1"/>
          </p:cNvGraphicFramePr>
          <p:nvPr/>
        </p:nvGraphicFramePr>
        <p:xfrm>
          <a:off x="1041952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B38DB1-5CEE-4D61-B496-03F838C01149}"/>
              </a:ext>
            </a:extLst>
          </p:cNvPr>
          <p:cNvGraphicFramePr>
            <a:graphicFrameLocks noGrp="1"/>
          </p:cNvGraphicFramePr>
          <p:nvPr/>
        </p:nvGraphicFramePr>
        <p:xfrm>
          <a:off x="2854188" y="1654185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C8585D-1B16-49FD-92AA-658583E6BB7C}"/>
              </a:ext>
            </a:extLst>
          </p:cNvPr>
          <p:cNvGraphicFramePr>
            <a:graphicFrameLocks noGrp="1"/>
          </p:cNvGraphicFramePr>
          <p:nvPr/>
        </p:nvGraphicFramePr>
        <p:xfrm>
          <a:off x="4785693" y="1646824"/>
          <a:ext cx="1202636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053778559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922663072"/>
                    </a:ext>
                  </a:extLst>
                </a:gridCol>
                <a:gridCol w="300659">
                  <a:extLst>
                    <a:ext uri="{9D8B030D-6E8A-4147-A177-3AD203B41FA5}">
                      <a16:colId xmlns:a16="http://schemas.microsoft.com/office/drawing/2014/main" val="3126647683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/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708FD5-FE29-4F8A-BFA6-59E0D03E7441}"/>
              </a:ext>
            </a:extLst>
          </p:cNvPr>
          <p:cNvCxnSpPr/>
          <p:nvPr/>
        </p:nvCxnSpPr>
        <p:spPr>
          <a:xfrm flipV="1">
            <a:off x="1692964" y="3667542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43F71C-7F3D-4371-83A9-B4447FDD941C}"/>
              </a:ext>
            </a:extLst>
          </p:cNvPr>
          <p:cNvCxnSpPr/>
          <p:nvPr/>
        </p:nvCxnSpPr>
        <p:spPr>
          <a:xfrm flipV="1">
            <a:off x="3505195" y="3670857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52D5A2-EBCB-4447-80D5-E132C84875CA}"/>
              </a:ext>
            </a:extLst>
          </p:cNvPr>
          <p:cNvCxnSpPr/>
          <p:nvPr/>
        </p:nvCxnSpPr>
        <p:spPr>
          <a:xfrm flipV="1">
            <a:off x="5416819" y="3664233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1E9B03-38BE-4DCC-B75A-D16303790496}"/>
              </a:ext>
            </a:extLst>
          </p:cNvPr>
          <p:cNvCxnSpPr/>
          <p:nvPr/>
        </p:nvCxnSpPr>
        <p:spPr>
          <a:xfrm flipV="1">
            <a:off x="1692964" y="2112994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51F9C6-7412-439C-B3CC-84D229286752}"/>
              </a:ext>
            </a:extLst>
          </p:cNvPr>
          <p:cNvCxnSpPr/>
          <p:nvPr/>
        </p:nvCxnSpPr>
        <p:spPr>
          <a:xfrm flipV="1">
            <a:off x="3505195" y="2116309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E6A9D8-E6FA-4A09-B389-60FFDACC7E5B}"/>
              </a:ext>
            </a:extLst>
          </p:cNvPr>
          <p:cNvCxnSpPr/>
          <p:nvPr/>
        </p:nvCxnSpPr>
        <p:spPr>
          <a:xfrm flipV="1">
            <a:off x="5416819" y="2109685"/>
            <a:ext cx="0" cy="709722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27F9669B-3FD4-4216-814D-A8875512F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58760"/>
              </p:ext>
            </p:extLst>
          </p:nvPr>
        </p:nvGraphicFramePr>
        <p:xfrm>
          <a:off x="2299229" y="4478328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F91D5BF3-F1F9-4615-843D-5BEEAF432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46135"/>
              </p:ext>
            </p:extLst>
          </p:nvPr>
        </p:nvGraphicFramePr>
        <p:xfrm>
          <a:off x="4111461" y="4481643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graphicFrame>
        <p:nvGraphicFramePr>
          <p:cNvPr id="23" name="Table 6">
            <a:extLst>
              <a:ext uri="{FF2B5EF4-FFF2-40B4-BE49-F238E27FC236}">
                <a16:creationId xmlns:a16="http://schemas.microsoft.com/office/drawing/2014/main" id="{F1B2DF5A-D737-4AD0-85D4-9CFB5970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644550"/>
              </p:ext>
            </p:extLst>
          </p:nvPr>
        </p:nvGraphicFramePr>
        <p:xfrm>
          <a:off x="6042965" y="4475019"/>
          <a:ext cx="300659" cy="346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59">
                  <a:extLst>
                    <a:ext uri="{9D8B030D-6E8A-4147-A177-3AD203B41FA5}">
                      <a16:colId xmlns:a16="http://schemas.microsoft.com/office/drawing/2014/main" val="1747980938"/>
                    </a:ext>
                  </a:extLst>
                </a:gridCol>
              </a:tblGrid>
              <a:tr h="284186">
                <a:tc>
                  <a:txBody>
                    <a:bodyPr/>
                    <a:lstStyle/>
                    <a:p>
                      <a:endParaRPr lang="en-IN" sz="1700" dirty="0"/>
                    </a:p>
                  </a:txBody>
                  <a:tcPr marL="87228" marR="87228" marT="43614" marB="436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8990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DAE547D-7C48-4F4D-980C-2A88F6440772}"/>
              </a:ext>
            </a:extLst>
          </p:cNvPr>
          <p:cNvSpPr txBox="1"/>
          <p:nvPr/>
        </p:nvSpPr>
        <p:spPr>
          <a:xfrm>
            <a:off x="1533305" y="51542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8C0759-BB31-4818-AADF-9DB244A3DE24}"/>
              </a:ext>
            </a:extLst>
          </p:cNvPr>
          <p:cNvSpPr txBox="1"/>
          <p:nvPr/>
        </p:nvSpPr>
        <p:spPr>
          <a:xfrm>
            <a:off x="3236206" y="516748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DB7E62-C1CE-41F2-A812-F2F37F1EAEE1}"/>
              </a:ext>
            </a:extLst>
          </p:cNvPr>
          <p:cNvSpPr txBox="1"/>
          <p:nvPr/>
        </p:nvSpPr>
        <p:spPr>
          <a:xfrm>
            <a:off x="5207463" y="51708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(3)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2744168-421A-41A7-A2D7-A88866274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112" y="1600694"/>
            <a:ext cx="4971510" cy="192574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BEA015-5D62-4308-B765-1880BF35B781}"/>
              </a:ext>
            </a:extLst>
          </p:cNvPr>
          <p:cNvSpPr txBox="1"/>
          <p:nvPr/>
        </p:nvSpPr>
        <p:spPr>
          <a:xfrm>
            <a:off x="2130266" y="416449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sin(1)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FB08A9-127E-41AE-951A-4A421851D8FB}"/>
              </a:ext>
            </a:extLst>
          </p:cNvPr>
          <p:cNvSpPr txBox="1"/>
          <p:nvPr/>
        </p:nvSpPr>
        <p:spPr>
          <a:xfrm>
            <a:off x="3935923" y="4171713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sin(2)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38DA5-EDE5-4C91-90AA-1B77F712A26E}"/>
              </a:ext>
            </a:extLst>
          </p:cNvPr>
          <p:cNvSpPr txBox="1"/>
          <p:nvPr/>
        </p:nvSpPr>
        <p:spPr>
          <a:xfrm>
            <a:off x="5797319" y="415868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sin(3)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877F24-F3F2-4976-B4DC-30606A751069}"/>
              </a:ext>
            </a:extLst>
          </p:cNvPr>
          <p:cNvSpPr txBox="1"/>
          <p:nvPr/>
        </p:nvSpPr>
        <p:spPr>
          <a:xfrm>
            <a:off x="6849716" y="4074316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Issue with periodic function: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616D7F-3512-4C59-8841-9735864247F3}"/>
              </a:ext>
            </a:extLst>
          </p:cNvPr>
          <p:cNvSpPr txBox="1"/>
          <p:nvPr/>
        </p:nvSpPr>
        <p:spPr>
          <a:xfrm>
            <a:off x="7229050" y="4484496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Same value for two distinct positions</a:t>
            </a:r>
          </a:p>
        </p:txBody>
      </p:sp>
    </p:spTree>
    <p:extLst>
      <p:ext uri="{BB962C8B-B14F-4D97-AF65-F5344CB8AC3E}">
        <p14:creationId xmlns:p14="http://schemas.microsoft.com/office/powerpoint/2010/main" val="28169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7A9B-514D-4B37-A36F-12434CF5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Encoding: Periodic Function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51E0F-0E66-4CA6-9F7E-FD4DF594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A305B-ACBD-4732-8829-744F5CE44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60" y="1424509"/>
            <a:ext cx="4937256" cy="1199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A93B6-E20C-4FEF-A5F4-A6965C5A6729}"/>
              </a:ext>
            </a:extLst>
          </p:cNvPr>
          <p:cNvSpPr txBox="1"/>
          <p:nvPr/>
        </p:nvSpPr>
        <p:spPr>
          <a:xfrm>
            <a:off x="635511" y="1021636"/>
            <a:ext cx="501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Solution: Use multiple trigonometric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93631-4B70-4505-B688-A4C422F14129}"/>
                  </a:ext>
                </a:extLst>
              </p:cNvPr>
              <p:cNvSpPr txBox="1"/>
              <p:nvPr/>
            </p:nvSpPr>
            <p:spPr>
              <a:xfrm>
                <a:off x="6303629" y="1952421"/>
                <a:ext cx="1516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93631-4B70-4505-B688-A4C422F1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29" y="1952421"/>
                <a:ext cx="1516505" cy="276999"/>
              </a:xfrm>
              <a:prstGeom prst="rect">
                <a:avLst/>
              </a:prstGeom>
              <a:blipFill>
                <a:blip r:embed="rId3"/>
                <a:stretch>
                  <a:fillRect l="-4819" r="-5622" b="-39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2C68B65-E51D-4D49-BBBB-86B1AE1A6000}"/>
              </a:ext>
            </a:extLst>
          </p:cNvPr>
          <p:cNvSpPr txBox="1"/>
          <p:nvPr/>
        </p:nvSpPr>
        <p:spPr>
          <a:xfrm>
            <a:off x="401974" y="2844192"/>
            <a:ext cx="561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 lower frequencies (lower the prob of repetition)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4F4184-5054-4DBF-ABFF-775C6F27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92" y="3221493"/>
            <a:ext cx="4828456" cy="15409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B7473C-C1E8-41AE-B1E7-65F519606FC1}"/>
                  </a:ext>
                </a:extLst>
              </p:cNvPr>
              <p:cNvSpPr txBox="1"/>
              <p:nvPr/>
            </p:nvSpPr>
            <p:spPr>
              <a:xfrm>
                <a:off x="6303628" y="3819910"/>
                <a:ext cx="2999026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d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d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B7473C-C1E8-41AE-B1E7-65F519606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28" y="3819910"/>
                <a:ext cx="2999026" cy="4898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8946435-3990-49DD-BBA5-CB9E637A259E}"/>
              </a:ext>
            </a:extLst>
          </p:cNvPr>
          <p:cNvSpPr txBox="1"/>
          <p:nvPr/>
        </p:nvSpPr>
        <p:spPr>
          <a:xfrm>
            <a:off x="454984" y="4815452"/>
            <a:ext cx="561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 lower frequencies (lower the prob of repetition)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AE77AD-4165-4656-B9D0-08ABB4A96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11" y="5297735"/>
            <a:ext cx="4566027" cy="1448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86E36C-5241-4552-AB37-121AE02FBF67}"/>
                  </a:ext>
                </a:extLst>
              </p:cNvPr>
              <p:cNvSpPr txBox="1"/>
              <p:nvPr/>
            </p:nvSpPr>
            <p:spPr>
              <a:xfrm>
                <a:off x="6303628" y="5655307"/>
                <a:ext cx="4631140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d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d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func>
                            <m:func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86E36C-5241-4552-AB37-121AE02FB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28" y="5655307"/>
                <a:ext cx="4631140" cy="489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B207BB5C-D1B9-4374-963E-6CEB59ABC3F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94489" y="2517445"/>
            <a:ext cx="3648461" cy="82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429A-6399-423B-94F7-0D67B703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F5A50-F1D0-4EF4-9E58-25E4E2A2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76F2A-B79C-4771-AD1A-C35798BE23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3487" y="906304"/>
            <a:ext cx="3648461" cy="82680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1E2B34-B91A-4835-95A0-89C9A1FC7E9C}"/>
              </a:ext>
            </a:extLst>
          </p:cNvPr>
          <p:cNvCxnSpPr/>
          <p:nvPr/>
        </p:nvCxnSpPr>
        <p:spPr>
          <a:xfrm>
            <a:off x="2047461" y="1977888"/>
            <a:ext cx="7935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34166B-E945-4C18-BFA5-D22580070F19}"/>
              </a:ext>
            </a:extLst>
          </p:cNvPr>
          <p:cNvCxnSpPr>
            <a:cxnSpLocks/>
          </p:cNvCxnSpPr>
          <p:nvPr/>
        </p:nvCxnSpPr>
        <p:spPr>
          <a:xfrm>
            <a:off x="2216427" y="1659836"/>
            <a:ext cx="0" cy="5078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A3CD223-F7DA-4C72-9C16-92EC9895D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714" y="2000564"/>
            <a:ext cx="7435060" cy="1080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28F646-ECC9-49EB-83E2-4BA2216C9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653" y="2920823"/>
            <a:ext cx="7508283" cy="877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D52B69-D4FB-4C00-AD7E-C4038F45D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836" y="3758283"/>
            <a:ext cx="7538100" cy="8715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0EF17D-4C9C-4291-9251-70CF9EEC2B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142" y="4589092"/>
            <a:ext cx="7607042" cy="9241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FF2885-1421-4116-91B2-35FFF793E5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8835" y="5890854"/>
            <a:ext cx="7538099" cy="871556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450E95-B2C1-443E-8261-ACB9A50ABDBE}"/>
              </a:ext>
            </a:extLst>
          </p:cNvPr>
          <p:cNvCxnSpPr/>
          <p:nvPr/>
        </p:nvCxnSpPr>
        <p:spPr>
          <a:xfrm>
            <a:off x="5377069" y="1802686"/>
            <a:ext cx="11330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72ED6B-751D-4C9B-89B9-B87337BD237D}"/>
              </a:ext>
            </a:extLst>
          </p:cNvPr>
          <p:cNvSpPr txBox="1"/>
          <p:nvPr/>
        </p:nvSpPr>
        <p:spPr>
          <a:xfrm>
            <a:off x="4873704" y="157879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pos</a:t>
            </a:r>
            <a:endParaRPr lang="en-I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69CD35-6916-4D42-96F4-FC618C0E527B}"/>
              </a:ext>
            </a:extLst>
          </p:cNvPr>
          <p:cNvCxnSpPr/>
          <p:nvPr/>
        </p:nvCxnSpPr>
        <p:spPr>
          <a:xfrm>
            <a:off x="1769165" y="3359431"/>
            <a:ext cx="0" cy="715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B16C93-82AA-41CE-A4CF-592E5CC389A8}"/>
                  </a:ext>
                </a:extLst>
              </p:cNvPr>
              <p:cNvSpPr txBox="1"/>
              <p:nvPr/>
            </p:nvSpPr>
            <p:spPr>
              <a:xfrm>
                <a:off x="1650092" y="3060993"/>
                <a:ext cx="266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B16C93-82AA-41CE-A4CF-592E5CC38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092" y="3060993"/>
                <a:ext cx="266996" cy="276999"/>
              </a:xfrm>
              <a:prstGeom prst="rect">
                <a:avLst/>
              </a:prstGeom>
              <a:blipFill>
                <a:blip r:embed="rId8"/>
                <a:stretch>
                  <a:fillRect l="-20930" r="-20930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A64C84AA-6BEF-467F-8265-3EA4C626A3FF}"/>
              </a:ext>
            </a:extLst>
          </p:cNvPr>
          <p:cNvSpPr/>
          <p:nvPr/>
        </p:nvSpPr>
        <p:spPr>
          <a:xfrm>
            <a:off x="6046305" y="2485099"/>
            <a:ext cx="78824" cy="78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4F4C67-2070-4470-8E50-45CF2C45EDA3}"/>
              </a:ext>
            </a:extLst>
          </p:cNvPr>
          <p:cNvSpPr/>
          <p:nvPr/>
        </p:nvSpPr>
        <p:spPr>
          <a:xfrm>
            <a:off x="6039681" y="3661234"/>
            <a:ext cx="78824" cy="78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AA141A4-8BD2-460A-BF2D-BF628559737E}"/>
              </a:ext>
            </a:extLst>
          </p:cNvPr>
          <p:cNvSpPr/>
          <p:nvPr/>
        </p:nvSpPr>
        <p:spPr>
          <a:xfrm>
            <a:off x="6033057" y="3853390"/>
            <a:ext cx="78824" cy="78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61C0A-DC31-4D2E-8C1E-A1BCD115514E}"/>
              </a:ext>
            </a:extLst>
          </p:cNvPr>
          <p:cNvSpPr/>
          <p:nvPr/>
        </p:nvSpPr>
        <p:spPr>
          <a:xfrm>
            <a:off x="6046311" y="4691589"/>
            <a:ext cx="78824" cy="78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C74E7F-D756-410E-B93F-63CEA027F0F8}"/>
              </a:ext>
            </a:extLst>
          </p:cNvPr>
          <p:cNvSpPr/>
          <p:nvPr/>
        </p:nvSpPr>
        <p:spPr>
          <a:xfrm>
            <a:off x="6029748" y="6076445"/>
            <a:ext cx="78824" cy="78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980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B356-7B02-41AD-833F-4CF5B006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08724-7983-4A32-B832-5A92DC36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 descr="Sinusoidal position encoding">
            <a:extLst>
              <a:ext uri="{FF2B5EF4-FFF2-40B4-BE49-F238E27FC236}">
                <a16:creationId xmlns:a16="http://schemas.microsoft.com/office/drawing/2014/main" id="{98E394C5-C322-4BF7-ADEC-781D3CD6B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966788"/>
            <a:ext cx="10191750" cy="492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561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74EB-185D-4504-9330-3D5238CD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DE4A2-EBAE-4AF8-941B-339EDBA2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8BA86-1FF3-4A5C-AD27-884AB67B551A}"/>
              </a:ext>
            </a:extLst>
          </p:cNvPr>
          <p:cNvSpPr txBox="1"/>
          <p:nvPr/>
        </p:nvSpPr>
        <p:spPr>
          <a:xfrm>
            <a:off x="1239520" y="1111065"/>
            <a:ext cx="9123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>
                <a:solidFill>
                  <a:srgbClr val="0070C0"/>
                </a:solidFill>
              </a:rPr>
              <a:t>Linear relation between two encoded positions (Property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377D7A-C311-4C28-B626-313EFFA43F0B}"/>
                  </a:ext>
                </a:extLst>
              </p:cNvPr>
              <p:cNvSpPr txBox="1"/>
              <p:nvPr/>
            </p:nvSpPr>
            <p:spPr>
              <a:xfrm>
                <a:off x="491760" y="1751808"/>
                <a:ext cx="8053179" cy="62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dirty="0"/>
                  <a:t>Let us consider a 2D positional embedding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377D7A-C311-4C28-B626-313EFFA43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60" y="1751808"/>
                <a:ext cx="8053179" cy="6274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776E17-F2EF-4007-B406-27832690EE59}"/>
                  </a:ext>
                </a:extLst>
              </p:cNvPr>
              <p:cNvSpPr txBox="1"/>
              <p:nvPr/>
            </p:nvSpPr>
            <p:spPr>
              <a:xfrm>
                <a:off x="7130898" y="1751808"/>
                <a:ext cx="1635128" cy="6236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776E17-F2EF-4007-B406-27832690E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898" y="1751808"/>
                <a:ext cx="1635128" cy="623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5A197-FED9-4BB4-B5B3-C46AB4F3B479}"/>
                  </a:ext>
                </a:extLst>
              </p:cNvPr>
              <p:cNvSpPr txBox="1"/>
              <p:nvPr/>
            </p:nvSpPr>
            <p:spPr>
              <a:xfrm>
                <a:off x="471881" y="2526508"/>
                <a:ext cx="101132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dirty="0"/>
                  <a:t>Our goal is to find a linear transformation matrix that can shift the functions by offset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5A197-FED9-4BB4-B5B3-C46AB4F3B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1" y="2526508"/>
                <a:ext cx="10113293" cy="369332"/>
              </a:xfrm>
              <a:prstGeom prst="rect">
                <a:avLst/>
              </a:prstGeom>
              <a:blipFill>
                <a:blip r:embed="rId4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111E89-44CD-4BD9-9F91-B6F377ABB299}"/>
                  </a:ext>
                </a:extLst>
              </p:cNvPr>
              <p:cNvSpPr txBox="1"/>
              <p:nvPr/>
            </p:nvSpPr>
            <p:spPr>
              <a:xfrm>
                <a:off x="2668370" y="3186937"/>
                <a:ext cx="6097656" cy="62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111E89-44CD-4BD9-9F91-B6F377ABB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370" y="3186937"/>
                <a:ext cx="6097656" cy="627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2C7D0-DAE8-4106-8189-FF7400CA4372}"/>
                  </a:ext>
                </a:extLst>
              </p:cNvPr>
              <p:cNvSpPr txBox="1"/>
              <p:nvPr/>
            </p:nvSpPr>
            <p:spPr>
              <a:xfrm>
                <a:off x="2668370" y="3925388"/>
                <a:ext cx="6097656" cy="62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2C7D0-DAE8-4106-8189-FF7400CA4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370" y="3925388"/>
                <a:ext cx="6097656" cy="6274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BF177F-AA1D-4069-BFE6-EE2AD4ADE2BB}"/>
                  </a:ext>
                </a:extLst>
              </p:cNvPr>
              <p:cNvSpPr txBox="1"/>
              <p:nvPr/>
            </p:nvSpPr>
            <p:spPr>
              <a:xfrm>
                <a:off x="3861158" y="4677033"/>
                <a:ext cx="3712079" cy="62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Solution: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BF177F-AA1D-4069-BFE6-EE2AD4ADE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158" y="4677033"/>
                <a:ext cx="3712079" cy="627416"/>
              </a:xfrm>
              <a:prstGeom prst="rect">
                <a:avLst/>
              </a:prstGeom>
              <a:blipFill>
                <a:blip r:embed="rId7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540566A-1092-4888-BC60-E2C241D0F4E2}"/>
              </a:ext>
            </a:extLst>
          </p:cNvPr>
          <p:cNvSpPr txBox="1"/>
          <p:nvPr/>
        </p:nvSpPr>
        <p:spPr>
          <a:xfrm>
            <a:off x="7434469" y="4806075"/>
            <a:ext cx="192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Rotation Matrix!!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82EAE7-BFA2-4BC6-AF84-B87ED1DA45DA}"/>
                  </a:ext>
                </a:extLst>
              </p:cNvPr>
              <p:cNvSpPr txBox="1"/>
              <p:nvPr/>
            </p:nvSpPr>
            <p:spPr>
              <a:xfrm>
                <a:off x="1714213" y="5467868"/>
                <a:ext cx="898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Shift by position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is equivalent to rotating the vector by an angle proportionate to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82EAE7-BFA2-4BC6-AF84-B87ED1DA4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213" y="5467868"/>
                <a:ext cx="8986563" cy="369332"/>
              </a:xfrm>
              <a:prstGeom prst="rect">
                <a:avLst/>
              </a:prstGeom>
              <a:blipFill>
                <a:blip r:embed="rId8"/>
                <a:stretch>
                  <a:fillRect l="-543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B59C95F-1E1A-4CA6-A06F-B0EEDB549129}"/>
              </a:ext>
            </a:extLst>
          </p:cNvPr>
          <p:cNvSpPr txBox="1"/>
          <p:nvPr/>
        </p:nvSpPr>
        <p:spPr>
          <a:xfrm>
            <a:off x="1714213" y="5970139"/>
            <a:ext cx="715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Sinusoidal position encoding (2017) does not use this information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D966E6-A91B-439E-9E03-89C29F0FBCF3}"/>
              </a:ext>
            </a:extLst>
          </p:cNvPr>
          <p:cNvSpPr txBox="1"/>
          <p:nvPr/>
        </p:nvSpPr>
        <p:spPr>
          <a:xfrm>
            <a:off x="1724151" y="6386381"/>
            <a:ext cx="5071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Rotary position encoding (2021) used this trick</a:t>
            </a:r>
          </a:p>
        </p:txBody>
      </p:sp>
    </p:spTree>
    <p:extLst>
      <p:ext uri="{BB962C8B-B14F-4D97-AF65-F5344CB8AC3E}">
        <p14:creationId xmlns:p14="http://schemas.microsoft.com/office/powerpoint/2010/main" val="140799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C6A2-ECF3-4CF7-8835-27BD9833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Symmetry of Sinusoidal 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DC53-E026-4E88-8F92-E8BE9E16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CC7C6-21C4-4C6C-8A3A-0CE92A8C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907" y="1020871"/>
            <a:ext cx="5380186" cy="48162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D1D698-6063-42C0-9C76-13AF5DCD6254}"/>
              </a:ext>
            </a:extLst>
          </p:cNvPr>
          <p:cNvSpPr txBox="1"/>
          <p:nvPr/>
        </p:nvSpPr>
        <p:spPr>
          <a:xfrm>
            <a:off x="2991678" y="5942101"/>
            <a:ext cx="6728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Distance between neighboring time-steps are symmetrical and decays nicely with time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07732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0123-E74F-483F-8D94-1B2FA61D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D6D3-CE1F-4AB6-8293-1799BD09C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Why are positional embeddings summed with word embeddings instead of concatenation?</a:t>
            </a:r>
          </a:p>
          <a:p>
            <a:r>
              <a:rPr lang="en-US" dirty="0"/>
              <a:t>Doesn't the position information get vanished once it reaches the upper layers?</a:t>
            </a:r>
          </a:p>
          <a:p>
            <a:r>
              <a:rPr lang="en-US" dirty="0"/>
              <a:t>Why are both sine and cosine used?</a:t>
            </a:r>
          </a:p>
          <a:p>
            <a:r>
              <a:rPr lang="en-US" dirty="0"/>
              <a:t>What if two pairs of embedding and position vectors have the same sum?</a:t>
            </a:r>
          </a:p>
          <a:p>
            <a:pPr lvl="1"/>
            <a:r>
              <a:rPr lang="en-US" dirty="0"/>
              <a:t> [0.2, -0.1, 0.9, 0.03]+[0, 1, 0, 1]</a:t>
            </a:r>
          </a:p>
          <a:p>
            <a:pPr lvl="1"/>
            <a:r>
              <a:rPr lang="en-US" dirty="0"/>
              <a:t>[-0.5, 0.7, 0.8, 0.7]+[0.7, 0.2, 0.1, 0.33]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D5673-8F01-4EFE-9E4E-52AB3457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8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0AF3-292A-4C6A-81CB-F2CDB2F5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Encoding: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5461-60A0-43B6-8CDA-406FBFC3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F5E02-ADFD-49F2-B12F-D5ECFE54E55A}"/>
              </a:ext>
            </a:extLst>
          </p:cNvPr>
          <p:cNvSpPr txBox="1"/>
          <p:nvPr/>
        </p:nvSpPr>
        <p:spPr>
          <a:xfrm>
            <a:off x="3983107" y="1191904"/>
            <a:ext cx="3332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happiness begets happiness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BD52D-A06C-433B-AE0D-D18A7CD3AF0C}"/>
              </a:ext>
            </a:extLst>
          </p:cNvPr>
          <p:cNvSpPr txBox="1"/>
          <p:nvPr/>
        </p:nvSpPr>
        <p:spPr>
          <a:xfrm>
            <a:off x="964096" y="1665553"/>
            <a:ext cx="1054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……………………....................happiness begets happiness……………………………….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F78B880D-7A14-44A4-B9A2-1167C4D87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857660"/>
              </p:ext>
            </p:extLst>
          </p:nvPr>
        </p:nvGraphicFramePr>
        <p:xfrm>
          <a:off x="660397" y="2643305"/>
          <a:ext cx="432904" cy="2385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904">
                  <a:extLst>
                    <a:ext uri="{9D8B030D-6E8A-4147-A177-3AD203B41FA5}">
                      <a16:colId xmlns:a16="http://schemas.microsoft.com/office/drawing/2014/main" val="949322142"/>
                    </a:ext>
                  </a:extLst>
                </a:gridCol>
              </a:tblGrid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630412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48834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-0.8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41828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0.6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963048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37991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-0.5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981300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07432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0.7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89362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B96D9B-9168-420A-92A7-9F650AF94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551050"/>
              </p:ext>
            </p:extLst>
          </p:nvPr>
        </p:nvGraphicFramePr>
        <p:xfrm>
          <a:off x="1922667" y="2643305"/>
          <a:ext cx="432904" cy="2385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904">
                  <a:extLst>
                    <a:ext uri="{9D8B030D-6E8A-4147-A177-3AD203B41FA5}">
                      <a16:colId xmlns:a16="http://schemas.microsoft.com/office/drawing/2014/main" val="949322142"/>
                    </a:ext>
                  </a:extLst>
                </a:gridCol>
              </a:tblGrid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630412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48834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-0.8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41828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963048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37991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-0.5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981300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07432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r>
                        <a:rPr lang="en-IN" sz="1000" dirty="0"/>
                        <a:t>0.7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89362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3E44C29-58E5-4DF3-BCA8-B4EDC31CB3E2}"/>
              </a:ext>
            </a:extLst>
          </p:cNvPr>
          <p:cNvSpPr txBox="1"/>
          <p:nvPr/>
        </p:nvSpPr>
        <p:spPr>
          <a:xfrm>
            <a:off x="4373217" y="974784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7F706-ADF3-4F2D-8243-F9E26382A3B1}"/>
              </a:ext>
            </a:extLst>
          </p:cNvPr>
          <p:cNvSpPr txBox="1"/>
          <p:nvPr/>
        </p:nvSpPr>
        <p:spPr>
          <a:xfrm>
            <a:off x="6245087" y="994662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(9)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4E21A-E43B-4E0D-8266-60687E384D6A}"/>
              </a:ext>
            </a:extLst>
          </p:cNvPr>
          <p:cNvSpPr txBox="1"/>
          <p:nvPr/>
        </p:nvSpPr>
        <p:spPr>
          <a:xfrm>
            <a:off x="4103912" y="1962979"/>
            <a:ext cx="726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(876)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7AFB5-FDF4-4817-B9AB-A53090C4BF2F}"/>
              </a:ext>
            </a:extLst>
          </p:cNvPr>
          <p:cNvSpPr txBox="1"/>
          <p:nvPr/>
        </p:nvSpPr>
        <p:spPr>
          <a:xfrm>
            <a:off x="6089373" y="192717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(878)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DCBC5E-F322-434A-9263-A90288A448B1}"/>
              </a:ext>
            </a:extLst>
          </p:cNvPr>
          <p:cNvSpPr txBox="1"/>
          <p:nvPr/>
        </p:nvSpPr>
        <p:spPr>
          <a:xfrm>
            <a:off x="1184818" y="3272908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B15FB-A44D-454A-9153-921C39819449}"/>
              </a:ext>
            </a:extLst>
          </p:cNvPr>
          <p:cNvSpPr txBox="1"/>
          <p:nvPr/>
        </p:nvSpPr>
        <p:spPr>
          <a:xfrm>
            <a:off x="268354" y="5059810"/>
            <a:ext cx="1324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happiness  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8A6B0-A444-400C-BBA1-61E5ABF84F2A}"/>
              </a:ext>
            </a:extLst>
          </p:cNvPr>
          <p:cNvSpPr txBox="1"/>
          <p:nvPr/>
        </p:nvSpPr>
        <p:spPr>
          <a:xfrm>
            <a:off x="1846191" y="5091655"/>
            <a:ext cx="62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(7)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868389-A909-4EDA-A023-D5279C136B72}"/>
              </a:ext>
            </a:extLst>
          </p:cNvPr>
          <p:cNvSpPr txBox="1"/>
          <p:nvPr/>
        </p:nvSpPr>
        <p:spPr>
          <a:xfrm>
            <a:off x="407507" y="2343746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semantics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13C1D-EE27-4E63-A225-B4F2C4004635}"/>
              </a:ext>
            </a:extLst>
          </p:cNvPr>
          <p:cNvSpPr txBox="1"/>
          <p:nvPr/>
        </p:nvSpPr>
        <p:spPr>
          <a:xfrm>
            <a:off x="268354" y="5555974"/>
            <a:ext cx="2961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Change in ‘happiness’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Semantics is ‘polluted’</a:t>
            </a:r>
          </a:p>
          <a:p>
            <a:endParaRPr lang="en-IN" sz="1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38B7A5-E9B0-45B6-81AC-CABD074E4E59}"/>
              </a:ext>
            </a:extLst>
          </p:cNvPr>
          <p:cNvCxnSpPr>
            <a:cxnSpLocks/>
          </p:cNvCxnSpPr>
          <p:nvPr/>
        </p:nvCxnSpPr>
        <p:spPr>
          <a:xfrm>
            <a:off x="4979503" y="2740013"/>
            <a:ext cx="0" cy="240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3853A5-5FE7-49E0-882E-FCBCA8356A23}"/>
              </a:ext>
            </a:extLst>
          </p:cNvPr>
          <p:cNvCxnSpPr>
            <a:cxnSpLocks/>
          </p:cNvCxnSpPr>
          <p:nvPr/>
        </p:nvCxnSpPr>
        <p:spPr>
          <a:xfrm>
            <a:off x="3538329" y="3975650"/>
            <a:ext cx="3014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9D6DEDD-772E-4809-9A60-08A53351B4DE}"/>
              </a:ext>
            </a:extLst>
          </p:cNvPr>
          <p:cNvCxnSpPr/>
          <p:nvPr/>
        </p:nvCxnSpPr>
        <p:spPr>
          <a:xfrm flipV="1">
            <a:off x="4999382" y="3548268"/>
            <a:ext cx="1003852" cy="417443"/>
          </a:xfrm>
          <a:prstGeom prst="straightConnector1">
            <a:avLst/>
          </a:prstGeom>
          <a:ln>
            <a:solidFill>
              <a:srgbClr val="499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DD2DBB1-E39F-46F2-8451-939DE5C1073D}"/>
              </a:ext>
            </a:extLst>
          </p:cNvPr>
          <p:cNvCxnSpPr/>
          <p:nvPr/>
        </p:nvCxnSpPr>
        <p:spPr>
          <a:xfrm flipH="1" flipV="1">
            <a:off x="5724938" y="2892285"/>
            <a:ext cx="268357" cy="65598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24D7635-6C6D-4247-872B-BA49BF289891}"/>
              </a:ext>
            </a:extLst>
          </p:cNvPr>
          <p:cNvCxnSpPr/>
          <p:nvPr/>
        </p:nvCxnSpPr>
        <p:spPr>
          <a:xfrm flipV="1">
            <a:off x="4999382" y="2892285"/>
            <a:ext cx="725556" cy="10833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756286A-F2A9-4F75-BB42-F8840D787F7D}"/>
              </a:ext>
            </a:extLst>
          </p:cNvPr>
          <p:cNvSpPr txBox="1"/>
          <p:nvPr/>
        </p:nvSpPr>
        <p:spPr>
          <a:xfrm>
            <a:off x="3360258" y="5548412"/>
            <a:ext cx="3665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Magnitude of the semantic vector changes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BB40BA-D2CE-4491-BBD3-64A149EF748C}"/>
              </a:ext>
            </a:extLst>
          </p:cNvPr>
          <p:cNvCxnSpPr>
            <a:cxnSpLocks/>
          </p:cNvCxnSpPr>
          <p:nvPr/>
        </p:nvCxnSpPr>
        <p:spPr>
          <a:xfrm>
            <a:off x="9326217" y="2530345"/>
            <a:ext cx="0" cy="240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85C15D-1166-4FCC-BAE5-6E603BC09578}"/>
              </a:ext>
            </a:extLst>
          </p:cNvPr>
          <p:cNvCxnSpPr>
            <a:cxnSpLocks/>
          </p:cNvCxnSpPr>
          <p:nvPr/>
        </p:nvCxnSpPr>
        <p:spPr>
          <a:xfrm>
            <a:off x="7885043" y="3765982"/>
            <a:ext cx="3014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04BB7C24-0E68-4B3C-B5C6-24D997B61E0D}"/>
              </a:ext>
            </a:extLst>
          </p:cNvPr>
          <p:cNvSpPr/>
          <p:nvPr/>
        </p:nvSpPr>
        <p:spPr>
          <a:xfrm>
            <a:off x="8295861" y="2722374"/>
            <a:ext cx="2087216" cy="2087216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2DFB20A-E225-4685-B60B-B649B7792C18}"/>
              </a:ext>
            </a:extLst>
          </p:cNvPr>
          <p:cNvCxnSpPr>
            <a:cxnSpLocks/>
          </p:cNvCxnSpPr>
          <p:nvPr/>
        </p:nvCxnSpPr>
        <p:spPr>
          <a:xfrm flipV="1">
            <a:off x="9332844" y="3314699"/>
            <a:ext cx="936489" cy="451285"/>
          </a:xfrm>
          <a:prstGeom prst="straightConnector1">
            <a:avLst/>
          </a:prstGeom>
          <a:ln>
            <a:solidFill>
              <a:srgbClr val="499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B736B2-3D25-4C86-A68B-9C46B687A916}"/>
              </a:ext>
            </a:extLst>
          </p:cNvPr>
          <p:cNvCxnSpPr>
            <a:cxnSpLocks/>
          </p:cNvCxnSpPr>
          <p:nvPr/>
        </p:nvCxnSpPr>
        <p:spPr>
          <a:xfrm flipV="1">
            <a:off x="9326217" y="2801692"/>
            <a:ext cx="414131" cy="9941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92F141C-1C32-434C-967A-71312A24122C}"/>
              </a:ext>
            </a:extLst>
          </p:cNvPr>
          <p:cNvSpPr/>
          <p:nvPr/>
        </p:nvSpPr>
        <p:spPr>
          <a:xfrm rot="290195">
            <a:off x="9432235" y="3548268"/>
            <a:ext cx="129209" cy="116288"/>
          </a:xfrm>
          <a:custGeom>
            <a:avLst/>
            <a:gdLst>
              <a:gd name="connsiteX0" fmla="*/ 0 w 198783"/>
              <a:gd name="connsiteY0" fmla="*/ 0 h 178904"/>
              <a:gd name="connsiteX1" fmla="*/ 159026 w 198783"/>
              <a:gd name="connsiteY1" fmla="*/ 39757 h 178904"/>
              <a:gd name="connsiteX2" fmla="*/ 198783 w 198783"/>
              <a:gd name="connsiteY2" fmla="*/ 178904 h 17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783" h="178904">
                <a:moveTo>
                  <a:pt x="0" y="0"/>
                </a:moveTo>
                <a:cubicBezTo>
                  <a:pt x="62948" y="4970"/>
                  <a:pt x="125896" y="9940"/>
                  <a:pt x="159026" y="39757"/>
                </a:cubicBezTo>
                <a:cubicBezTo>
                  <a:pt x="192157" y="69574"/>
                  <a:pt x="195470" y="124239"/>
                  <a:pt x="198783" y="17890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5C7B92D-AD36-4509-9EF0-0116290802F3}"/>
                  </a:ext>
                </a:extLst>
              </p:cNvPr>
              <p:cNvSpPr txBox="1"/>
              <p:nvPr/>
            </p:nvSpPr>
            <p:spPr>
              <a:xfrm>
                <a:off x="9506773" y="3371349"/>
                <a:ext cx="1295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5C7B92D-AD36-4509-9EF0-011629080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73" y="3371349"/>
                <a:ext cx="129523" cy="184666"/>
              </a:xfrm>
              <a:prstGeom prst="rect">
                <a:avLst/>
              </a:prstGeom>
              <a:blipFill>
                <a:blip r:embed="rId2"/>
                <a:stretch>
                  <a:fillRect l="-28571" r="-23810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79F903C4-E519-4CB6-9074-450410FB7A12}"/>
              </a:ext>
            </a:extLst>
          </p:cNvPr>
          <p:cNvSpPr txBox="1"/>
          <p:nvPr/>
        </p:nvSpPr>
        <p:spPr>
          <a:xfrm>
            <a:off x="10071651" y="3002016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(7)</a:t>
            </a:r>
            <a:endParaRPr lang="en-IN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FD565B-4106-49CE-9EA8-0F3296307827}"/>
              </a:ext>
            </a:extLst>
          </p:cNvPr>
          <p:cNvSpPr txBox="1"/>
          <p:nvPr/>
        </p:nvSpPr>
        <p:spPr>
          <a:xfrm>
            <a:off x="9526106" y="2491541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(9)</a:t>
            </a:r>
            <a:endParaRPr lang="en-IN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19A46C-D821-406F-A3C4-46A764A1D0E6}"/>
              </a:ext>
            </a:extLst>
          </p:cNvPr>
          <p:cNvSpPr txBox="1"/>
          <p:nvPr/>
        </p:nvSpPr>
        <p:spPr>
          <a:xfrm>
            <a:off x="5973000" y="3367676"/>
            <a:ext cx="979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  <a:endParaRPr lang="en-IN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CE9056-EA32-47D0-9B33-6E17B0D35542}"/>
              </a:ext>
            </a:extLst>
          </p:cNvPr>
          <p:cNvSpPr txBox="1"/>
          <p:nvPr/>
        </p:nvSpPr>
        <p:spPr>
          <a:xfrm>
            <a:off x="5342984" y="2496770"/>
            <a:ext cx="1003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(7)</a:t>
            </a:r>
            <a:endParaRPr lang="en-IN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EA75BE-F62E-4B19-A7AE-4E0F8BF1AB39}"/>
              </a:ext>
            </a:extLst>
          </p:cNvPr>
          <p:cNvSpPr txBox="1"/>
          <p:nvPr/>
        </p:nvSpPr>
        <p:spPr>
          <a:xfrm>
            <a:off x="5793410" y="2991136"/>
            <a:ext cx="432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(7)</a:t>
            </a:r>
            <a:endParaRPr lang="en-IN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088275-F4E5-46F2-ACD7-8FA4B8892502}"/>
              </a:ext>
            </a:extLst>
          </p:cNvPr>
          <p:cNvSpPr txBox="1"/>
          <p:nvPr/>
        </p:nvSpPr>
        <p:spPr>
          <a:xfrm>
            <a:off x="7734309" y="5539347"/>
            <a:ext cx="40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499200"/>
                </a:solidFill>
              </a:rPr>
              <a:t>No change in magnitude of the semantic vector</a:t>
            </a:r>
          </a:p>
          <a:p>
            <a:r>
              <a:rPr lang="en-IN" sz="1400" dirty="0">
                <a:solidFill>
                  <a:srgbClr val="499200"/>
                </a:solidFill>
                <a:sym typeface="Wingdings" panose="05000000000000000000" pitchFamily="2" charset="2"/>
              </a:rPr>
              <a:t> Preserve semantics</a:t>
            </a:r>
            <a:r>
              <a:rPr lang="en-IN" sz="1400" dirty="0">
                <a:solidFill>
                  <a:srgbClr val="49920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061B5B-2981-4D1E-B795-DC733B68C11A}"/>
              </a:ext>
            </a:extLst>
          </p:cNvPr>
          <p:cNvSpPr txBox="1"/>
          <p:nvPr/>
        </p:nvSpPr>
        <p:spPr>
          <a:xfrm>
            <a:off x="7734309" y="6095990"/>
            <a:ext cx="4515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499200"/>
                </a:solidFill>
              </a:rPr>
              <a:t>Position information can be represented as a change </a:t>
            </a:r>
          </a:p>
          <a:p>
            <a:r>
              <a:rPr lang="en-IN" sz="1400" dirty="0">
                <a:solidFill>
                  <a:srgbClr val="499200"/>
                </a:solidFill>
              </a:rPr>
              <a:t>in angle.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117A6A-5211-4E5D-BE87-4544EFBFD501}"/>
              </a:ext>
            </a:extLst>
          </p:cNvPr>
          <p:cNvSpPr txBox="1"/>
          <p:nvPr/>
        </p:nvSpPr>
        <p:spPr>
          <a:xfrm>
            <a:off x="1773218" y="2336221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85778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5" grpId="0"/>
      <p:bldP spid="16" grpId="0"/>
      <p:bldP spid="19" grpId="0"/>
      <p:bldP spid="21" grpId="0"/>
      <p:bldP spid="23" grpId="0"/>
      <p:bldP spid="24" grpId="0"/>
      <p:bldP spid="25" grpId="0"/>
      <p:bldP spid="53" grpId="0"/>
      <p:bldP spid="56" grpId="0" animBg="1"/>
      <p:bldP spid="67" grpId="0" animBg="1"/>
      <p:bldP spid="68" grpId="0"/>
      <p:bldP spid="70" grpId="0"/>
      <p:bldP spid="71" grpId="0"/>
      <p:bldP spid="73" grpId="0"/>
      <p:bldP spid="74" grpId="0"/>
      <p:bldP spid="76" grpId="0"/>
      <p:bldP spid="77" grpId="0"/>
      <p:bldP spid="78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0AF3-292A-4C6A-81CB-F2CDB2F5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Encoding: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5461-60A0-43B6-8CDA-406FBFC3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F5E02-ADFD-49F2-B12F-D5ECFE54E55A}"/>
              </a:ext>
            </a:extLst>
          </p:cNvPr>
          <p:cNvSpPr txBox="1"/>
          <p:nvPr/>
        </p:nvSpPr>
        <p:spPr>
          <a:xfrm>
            <a:off x="3983107" y="1191904"/>
            <a:ext cx="3332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happiness begets happiness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BD52D-A06C-433B-AE0D-D18A7CD3AF0C}"/>
              </a:ext>
            </a:extLst>
          </p:cNvPr>
          <p:cNvSpPr txBox="1"/>
          <p:nvPr/>
        </p:nvSpPr>
        <p:spPr>
          <a:xfrm>
            <a:off x="964096" y="1665553"/>
            <a:ext cx="1054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……………………....................happiness begets happiness……………………………….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44C29-58E5-4DF3-BCA8-B4EDC31CB3E2}"/>
              </a:ext>
            </a:extLst>
          </p:cNvPr>
          <p:cNvSpPr txBox="1"/>
          <p:nvPr/>
        </p:nvSpPr>
        <p:spPr>
          <a:xfrm>
            <a:off x="4373217" y="974784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7F706-ADF3-4F2D-8243-F9E26382A3B1}"/>
              </a:ext>
            </a:extLst>
          </p:cNvPr>
          <p:cNvSpPr txBox="1"/>
          <p:nvPr/>
        </p:nvSpPr>
        <p:spPr>
          <a:xfrm>
            <a:off x="6245087" y="994662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(9)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4E21A-E43B-4E0D-8266-60687E384D6A}"/>
              </a:ext>
            </a:extLst>
          </p:cNvPr>
          <p:cNvSpPr txBox="1"/>
          <p:nvPr/>
        </p:nvSpPr>
        <p:spPr>
          <a:xfrm>
            <a:off x="4103912" y="1962979"/>
            <a:ext cx="726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(876)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7AFB5-FDF4-4817-B9AB-A53090C4BF2F}"/>
              </a:ext>
            </a:extLst>
          </p:cNvPr>
          <p:cNvSpPr txBox="1"/>
          <p:nvPr/>
        </p:nvSpPr>
        <p:spPr>
          <a:xfrm>
            <a:off x="6089373" y="192717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(878)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BB40BA-D2CE-4491-BBD3-64A149EF748C}"/>
              </a:ext>
            </a:extLst>
          </p:cNvPr>
          <p:cNvCxnSpPr>
            <a:cxnSpLocks/>
          </p:cNvCxnSpPr>
          <p:nvPr/>
        </p:nvCxnSpPr>
        <p:spPr>
          <a:xfrm>
            <a:off x="5430076" y="3223512"/>
            <a:ext cx="0" cy="2408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85C15D-1166-4FCC-BAE5-6E603BC09578}"/>
              </a:ext>
            </a:extLst>
          </p:cNvPr>
          <p:cNvCxnSpPr>
            <a:cxnSpLocks/>
          </p:cNvCxnSpPr>
          <p:nvPr/>
        </p:nvCxnSpPr>
        <p:spPr>
          <a:xfrm>
            <a:off x="3988902" y="4459149"/>
            <a:ext cx="3014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04BB7C24-0E68-4B3C-B5C6-24D997B61E0D}"/>
              </a:ext>
            </a:extLst>
          </p:cNvPr>
          <p:cNvSpPr/>
          <p:nvPr/>
        </p:nvSpPr>
        <p:spPr>
          <a:xfrm>
            <a:off x="4399720" y="3415541"/>
            <a:ext cx="2087216" cy="2087216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2DFB20A-E225-4685-B60B-B649B7792C18}"/>
              </a:ext>
            </a:extLst>
          </p:cNvPr>
          <p:cNvCxnSpPr>
            <a:cxnSpLocks/>
          </p:cNvCxnSpPr>
          <p:nvPr/>
        </p:nvCxnSpPr>
        <p:spPr>
          <a:xfrm flipV="1">
            <a:off x="5436703" y="4007866"/>
            <a:ext cx="936489" cy="451285"/>
          </a:xfrm>
          <a:prstGeom prst="straightConnector1">
            <a:avLst/>
          </a:prstGeom>
          <a:ln>
            <a:solidFill>
              <a:srgbClr val="499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B736B2-3D25-4C86-A68B-9C46B687A916}"/>
              </a:ext>
            </a:extLst>
          </p:cNvPr>
          <p:cNvCxnSpPr>
            <a:cxnSpLocks/>
          </p:cNvCxnSpPr>
          <p:nvPr/>
        </p:nvCxnSpPr>
        <p:spPr>
          <a:xfrm flipV="1">
            <a:off x="5430076" y="3494859"/>
            <a:ext cx="414131" cy="9941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92F141C-1C32-434C-967A-71312A24122C}"/>
              </a:ext>
            </a:extLst>
          </p:cNvPr>
          <p:cNvSpPr/>
          <p:nvPr/>
        </p:nvSpPr>
        <p:spPr>
          <a:xfrm rot="290195">
            <a:off x="5536094" y="4241435"/>
            <a:ext cx="129209" cy="116288"/>
          </a:xfrm>
          <a:custGeom>
            <a:avLst/>
            <a:gdLst>
              <a:gd name="connsiteX0" fmla="*/ 0 w 198783"/>
              <a:gd name="connsiteY0" fmla="*/ 0 h 178904"/>
              <a:gd name="connsiteX1" fmla="*/ 159026 w 198783"/>
              <a:gd name="connsiteY1" fmla="*/ 39757 h 178904"/>
              <a:gd name="connsiteX2" fmla="*/ 198783 w 198783"/>
              <a:gd name="connsiteY2" fmla="*/ 178904 h 17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783" h="178904">
                <a:moveTo>
                  <a:pt x="0" y="0"/>
                </a:moveTo>
                <a:cubicBezTo>
                  <a:pt x="62948" y="4970"/>
                  <a:pt x="125896" y="9940"/>
                  <a:pt x="159026" y="39757"/>
                </a:cubicBezTo>
                <a:cubicBezTo>
                  <a:pt x="192157" y="69574"/>
                  <a:pt x="195470" y="124239"/>
                  <a:pt x="198783" y="17890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5C7B92D-AD36-4509-9EF0-0116290802F3}"/>
                  </a:ext>
                </a:extLst>
              </p:cNvPr>
              <p:cNvSpPr txBox="1"/>
              <p:nvPr/>
            </p:nvSpPr>
            <p:spPr>
              <a:xfrm>
                <a:off x="5610632" y="4064516"/>
                <a:ext cx="1295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5C7B92D-AD36-4509-9EF0-011629080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632" y="4064516"/>
                <a:ext cx="129523" cy="184666"/>
              </a:xfrm>
              <a:prstGeom prst="rect">
                <a:avLst/>
              </a:prstGeom>
              <a:blipFill>
                <a:blip r:embed="rId2"/>
                <a:stretch>
                  <a:fillRect l="-27273" r="-18182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79F903C4-E519-4CB6-9074-450410FB7A12}"/>
              </a:ext>
            </a:extLst>
          </p:cNvPr>
          <p:cNvSpPr txBox="1"/>
          <p:nvPr/>
        </p:nvSpPr>
        <p:spPr>
          <a:xfrm>
            <a:off x="6175510" y="3695184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(7)</a:t>
            </a:r>
            <a:endParaRPr lang="en-IN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FD565B-4106-49CE-9EA8-0F3296307827}"/>
              </a:ext>
            </a:extLst>
          </p:cNvPr>
          <p:cNvSpPr txBox="1"/>
          <p:nvPr/>
        </p:nvSpPr>
        <p:spPr>
          <a:xfrm>
            <a:off x="5629965" y="3184708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(9)</a:t>
            </a:r>
            <a:endParaRPr lang="en-IN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088275-F4E5-46F2-ACD7-8FA4B8892502}"/>
              </a:ext>
            </a:extLst>
          </p:cNvPr>
          <p:cNvSpPr txBox="1"/>
          <p:nvPr/>
        </p:nvSpPr>
        <p:spPr>
          <a:xfrm>
            <a:off x="2891424" y="5715166"/>
            <a:ext cx="518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499200"/>
                </a:solidFill>
              </a:rPr>
              <a:t>No change in magnitude of the semantic vector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061B5B-2981-4D1E-B795-DC733B68C11A}"/>
              </a:ext>
            </a:extLst>
          </p:cNvPr>
          <p:cNvSpPr txBox="1"/>
          <p:nvPr/>
        </p:nvSpPr>
        <p:spPr>
          <a:xfrm>
            <a:off x="2878184" y="6153312"/>
            <a:ext cx="620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499200"/>
                </a:solidFill>
              </a:rPr>
              <a:t>Angle between the two pairs of vectors remains the same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18A07-354A-45F3-99AE-FC6A8FD5A853}"/>
              </a:ext>
            </a:extLst>
          </p:cNvPr>
          <p:cNvSpPr txBox="1"/>
          <p:nvPr/>
        </p:nvSpPr>
        <p:spPr>
          <a:xfrm>
            <a:off x="694795" y="2353161"/>
            <a:ext cx="1008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Semantics of a token is captured by its surrounding token, irrespective of its absolute position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D9D11E-0425-4718-A8E9-9A20F5E8FFD3}"/>
              </a:ext>
            </a:extLst>
          </p:cNvPr>
          <p:cNvCxnSpPr>
            <a:cxnSpLocks/>
          </p:cNvCxnSpPr>
          <p:nvPr/>
        </p:nvCxnSpPr>
        <p:spPr>
          <a:xfrm flipH="1" flipV="1">
            <a:off x="4800770" y="3663792"/>
            <a:ext cx="642558" cy="805674"/>
          </a:xfrm>
          <a:prstGeom prst="straightConnector1">
            <a:avLst/>
          </a:prstGeom>
          <a:ln>
            <a:solidFill>
              <a:srgbClr val="499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7B27B5-E67D-4A06-BC59-F33011C4D03E}"/>
              </a:ext>
            </a:extLst>
          </p:cNvPr>
          <p:cNvCxnSpPr>
            <a:cxnSpLocks/>
          </p:cNvCxnSpPr>
          <p:nvPr/>
        </p:nvCxnSpPr>
        <p:spPr>
          <a:xfrm flipH="1" flipV="1">
            <a:off x="4399719" y="4145818"/>
            <a:ext cx="1043610" cy="3030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9795F5F-238D-4C0B-A512-53005D094C7D}"/>
              </a:ext>
            </a:extLst>
          </p:cNvPr>
          <p:cNvSpPr/>
          <p:nvPr/>
        </p:nvSpPr>
        <p:spPr>
          <a:xfrm rot="16200000">
            <a:off x="5116705" y="4219302"/>
            <a:ext cx="129209" cy="116288"/>
          </a:xfrm>
          <a:custGeom>
            <a:avLst/>
            <a:gdLst>
              <a:gd name="connsiteX0" fmla="*/ 0 w 198783"/>
              <a:gd name="connsiteY0" fmla="*/ 0 h 178904"/>
              <a:gd name="connsiteX1" fmla="*/ 159026 w 198783"/>
              <a:gd name="connsiteY1" fmla="*/ 39757 h 178904"/>
              <a:gd name="connsiteX2" fmla="*/ 198783 w 198783"/>
              <a:gd name="connsiteY2" fmla="*/ 178904 h 17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783" h="178904">
                <a:moveTo>
                  <a:pt x="0" y="0"/>
                </a:moveTo>
                <a:cubicBezTo>
                  <a:pt x="62948" y="4970"/>
                  <a:pt x="125896" y="9940"/>
                  <a:pt x="159026" y="39757"/>
                </a:cubicBezTo>
                <a:cubicBezTo>
                  <a:pt x="192157" y="69574"/>
                  <a:pt x="195470" y="124239"/>
                  <a:pt x="198783" y="17890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4F3439D-F69D-4ED2-8BBB-5FBE504D75EB}"/>
                  </a:ext>
                </a:extLst>
              </p:cNvPr>
              <p:cNvSpPr txBox="1"/>
              <p:nvPr/>
            </p:nvSpPr>
            <p:spPr>
              <a:xfrm>
                <a:off x="4974752" y="4145817"/>
                <a:ext cx="1295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4F3439D-F69D-4ED2-8BBB-5FBE504D7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752" y="4145817"/>
                <a:ext cx="129523" cy="184666"/>
              </a:xfrm>
              <a:prstGeom prst="rect">
                <a:avLst/>
              </a:prstGeom>
              <a:blipFill>
                <a:blip r:embed="rId2"/>
                <a:stretch>
                  <a:fillRect l="-28571" r="-23810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18B9B481-A982-4DB5-8D86-A5055F9BF0B8}"/>
              </a:ext>
            </a:extLst>
          </p:cNvPr>
          <p:cNvSpPr txBox="1"/>
          <p:nvPr/>
        </p:nvSpPr>
        <p:spPr>
          <a:xfrm>
            <a:off x="4113851" y="3212307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(876)</a:t>
            </a:r>
            <a:endParaRPr lang="en-IN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8B1072-9528-419B-9A7D-8198D6526EF9}"/>
              </a:ext>
            </a:extLst>
          </p:cNvPr>
          <p:cNvSpPr txBox="1"/>
          <p:nvPr/>
        </p:nvSpPr>
        <p:spPr>
          <a:xfrm>
            <a:off x="3609686" y="3880386"/>
            <a:ext cx="99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happiness</a:t>
            </a:r>
          </a:p>
          <a:p>
            <a:r>
              <a:rPr lang="en-IN" sz="1200" dirty="0">
                <a:solidFill>
                  <a:srgbClr val="C00000"/>
                </a:solidFill>
              </a:rPr>
              <a:t>        (878)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3717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7" grpId="0" animBg="1"/>
      <p:bldP spid="68" grpId="0"/>
      <p:bldP spid="70" grpId="0"/>
      <p:bldP spid="71" grpId="0"/>
      <p:bldP spid="77" grpId="0"/>
      <p:bldP spid="78" grpId="0"/>
      <p:bldP spid="10" grpId="0"/>
      <p:bldP spid="46" grpId="0" animBg="1"/>
      <p:bldP spid="47" grpId="0"/>
      <p:bldP spid="49" grpId="0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7A9F60A-51DC-4FBC-98F5-09362D44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753" y="1919748"/>
            <a:ext cx="4587638" cy="4587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A218A9-61B8-4786-B06D-5A01068F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Encoding: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E7748-8159-4ABE-824F-57A42333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EB0B0D-D843-4BE0-A38B-1E05557F5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1404"/>
              </p:ext>
            </p:extLst>
          </p:nvPr>
        </p:nvGraphicFramePr>
        <p:xfrm>
          <a:off x="412173" y="1554959"/>
          <a:ext cx="2112818" cy="43055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74963">
                  <a:extLst>
                    <a:ext uri="{9D8B030D-6E8A-4147-A177-3AD203B41FA5}">
                      <a16:colId xmlns:a16="http://schemas.microsoft.com/office/drawing/2014/main" val="1983686484"/>
                    </a:ext>
                  </a:extLst>
                </a:gridCol>
                <a:gridCol w="810491">
                  <a:extLst>
                    <a:ext uri="{9D8B030D-6E8A-4147-A177-3AD203B41FA5}">
                      <a16:colId xmlns:a16="http://schemas.microsoft.com/office/drawing/2014/main" val="1259208291"/>
                    </a:ext>
                  </a:extLst>
                </a:gridCol>
                <a:gridCol w="727364">
                  <a:extLst>
                    <a:ext uri="{9D8B030D-6E8A-4147-A177-3AD203B41FA5}">
                      <a16:colId xmlns:a16="http://schemas.microsoft.com/office/drawing/2014/main" val="3422504082"/>
                    </a:ext>
                  </a:extLst>
                </a:gridCol>
              </a:tblGrid>
              <a:tr h="430551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=0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=1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06851947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3867575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0.88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0.61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7255591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0.94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-0.46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2608141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0.17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-0.99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7707395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-0.81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-0.73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8858151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-0.97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5053967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-0.31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0.97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5721209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0.73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0.82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5548403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0.99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1735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F3E9B7-16AC-46E7-83DF-46C04F7499C4}"/>
                  </a:ext>
                </a:extLst>
              </p:cNvPr>
              <p:cNvSpPr txBox="1"/>
              <p:nvPr/>
            </p:nvSpPr>
            <p:spPr>
              <a:xfrm>
                <a:off x="5346123" y="1554959"/>
                <a:ext cx="2916504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F3E9B7-16AC-46E7-83DF-46C04F749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123" y="1554959"/>
                <a:ext cx="2916504" cy="298415"/>
              </a:xfrm>
              <a:prstGeom prst="rect">
                <a:avLst/>
              </a:prstGeom>
              <a:blipFill>
                <a:blip r:embed="rId3"/>
                <a:stretch>
                  <a:fillRect r="-837" b="-26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42D411-3E1C-4834-BA3A-65C98D823243}"/>
              </a:ext>
            </a:extLst>
          </p:cNvPr>
          <p:cNvCxnSpPr>
            <a:cxnSpLocks/>
          </p:cNvCxnSpPr>
          <p:nvPr/>
        </p:nvCxnSpPr>
        <p:spPr>
          <a:xfrm flipV="1">
            <a:off x="7041572" y="2033691"/>
            <a:ext cx="1094510" cy="2190268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71DAEE-257D-4F7E-B9D8-A15C57012653}"/>
                  </a:ext>
                </a:extLst>
              </p:cNvPr>
              <p:cNvSpPr txBox="1"/>
              <p:nvPr/>
            </p:nvSpPr>
            <p:spPr>
              <a:xfrm>
                <a:off x="8198221" y="1919170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71DAEE-257D-4F7E-B9D8-A15C57012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221" y="1919170"/>
                <a:ext cx="480260" cy="215444"/>
              </a:xfrm>
              <a:prstGeom prst="rect">
                <a:avLst/>
              </a:prstGeom>
              <a:blipFill>
                <a:blip r:embed="rId4"/>
                <a:stretch>
                  <a:fillRect l="-8861" r="-7595" b="-2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747A49-D392-4396-B37C-00CEE9B1B38C}"/>
              </a:ext>
            </a:extLst>
          </p:cNvPr>
          <p:cNvCxnSpPr>
            <a:cxnSpLocks/>
          </p:cNvCxnSpPr>
          <p:nvPr/>
        </p:nvCxnSpPr>
        <p:spPr>
          <a:xfrm flipV="1">
            <a:off x="7041572" y="2476213"/>
            <a:ext cx="2071255" cy="1737568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D45D5B-91FF-40B9-8FD1-585691BA5A48}"/>
                  </a:ext>
                </a:extLst>
              </p:cNvPr>
              <p:cNvSpPr txBox="1"/>
              <p:nvPr/>
            </p:nvSpPr>
            <p:spPr>
              <a:xfrm>
                <a:off x="9126331" y="2368491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D45D5B-91FF-40B9-8FD1-585691BA5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331" y="2368491"/>
                <a:ext cx="480260" cy="215444"/>
              </a:xfrm>
              <a:prstGeom prst="rect">
                <a:avLst/>
              </a:prstGeom>
              <a:blipFill>
                <a:blip r:embed="rId5"/>
                <a:stretch>
                  <a:fillRect l="-7595" r="-7595" b="-2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91A71E-99A5-4172-9FDC-07F85649A887}"/>
              </a:ext>
            </a:extLst>
          </p:cNvPr>
          <p:cNvCxnSpPr>
            <a:cxnSpLocks/>
          </p:cNvCxnSpPr>
          <p:nvPr/>
        </p:nvCxnSpPr>
        <p:spPr>
          <a:xfrm flipV="1">
            <a:off x="7041572" y="3584864"/>
            <a:ext cx="2084759" cy="639094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58334F-87EB-449C-87A8-F37FFF833D08}"/>
                  </a:ext>
                </a:extLst>
              </p:cNvPr>
              <p:cNvSpPr txBox="1"/>
              <p:nvPr/>
            </p:nvSpPr>
            <p:spPr>
              <a:xfrm>
                <a:off x="9126331" y="3481285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58334F-87EB-449C-87A8-F37FFF833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331" y="3481285"/>
                <a:ext cx="480260" cy="215444"/>
              </a:xfrm>
              <a:prstGeom prst="rect">
                <a:avLst/>
              </a:prstGeom>
              <a:blipFill>
                <a:blip r:embed="rId6"/>
                <a:stretch>
                  <a:fillRect l="-7595" r="-7595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A50301-75A9-4ADF-A5BE-424CD3051746}"/>
              </a:ext>
            </a:extLst>
          </p:cNvPr>
          <p:cNvCxnSpPr>
            <a:cxnSpLocks/>
          </p:cNvCxnSpPr>
          <p:nvPr/>
        </p:nvCxnSpPr>
        <p:spPr>
          <a:xfrm flipV="1">
            <a:off x="7041572" y="3904411"/>
            <a:ext cx="107373" cy="309157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990768-03EB-4974-8922-A8AEC0E0AAC7}"/>
              </a:ext>
            </a:extLst>
          </p:cNvPr>
          <p:cNvCxnSpPr>
            <a:cxnSpLocks/>
          </p:cNvCxnSpPr>
          <p:nvPr/>
        </p:nvCxnSpPr>
        <p:spPr>
          <a:xfrm>
            <a:off x="7041572" y="4223958"/>
            <a:ext cx="1221055" cy="1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B258E0-4E76-4B34-908D-53371C696FEF}"/>
                  </a:ext>
                </a:extLst>
              </p:cNvPr>
              <p:cNvSpPr txBox="1"/>
              <p:nvPr/>
            </p:nvSpPr>
            <p:spPr>
              <a:xfrm>
                <a:off x="6614998" y="3739718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B258E0-4E76-4B34-908D-53371C69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998" y="3739718"/>
                <a:ext cx="480260" cy="215444"/>
              </a:xfrm>
              <a:prstGeom prst="rect">
                <a:avLst/>
              </a:prstGeom>
              <a:blipFill>
                <a:blip r:embed="rId7"/>
                <a:stretch>
                  <a:fillRect l="-7595" r="-7595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ABC3C16-3D02-4134-858C-247893344BD6}"/>
                  </a:ext>
                </a:extLst>
              </p:cNvPr>
              <p:cNvSpPr txBox="1"/>
              <p:nvPr/>
            </p:nvSpPr>
            <p:spPr>
              <a:xfrm>
                <a:off x="8029249" y="4273498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ABC3C16-3D02-4134-858C-247893344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249" y="4273498"/>
                <a:ext cx="480260" cy="215444"/>
              </a:xfrm>
              <a:prstGeom prst="rect">
                <a:avLst/>
              </a:prstGeom>
              <a:blipFill>
                <a:blip r:embed="rId8"/>
                <a:stretch>
                  <a:fillRect l="-7595" r="-7595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37599A-6ADD-4734-B8E3-282B4A6A004E}"/>
              </a:ext>
            </a:extLst>
          </p:cNvPr>
          <p:cNvCxnSpPr>
            <a:cxnSpLocks/>
          </p:cNvCxnSpPr>
          <p:nvPr/>
        </p:nvCxnSpPr>
        <p:spPr>
          <a:xfrm flipH="1" flipV="1">
            <a:off x="7041572" y="2995088"/>
            <a:ext cx="10932" cy="1228870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863213-BA41-47DA-ADDC-547C27332806}"/>
                  </a:ext>
                </a:extLst>
              </p:cNvPr>
              <p:cNvSpPr txBox="1"/>
              <p:nvPr/>
            </p:nvSpPr>
            <p:spPr>
              <a:xfrm>
                <a:off x="6602359" y="2826821"/>
                <a:ext cx="480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863213-BA41-47DA-ADDC-547C27332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359" y="2826821"/>
                <a:ext cx="480260" cy="215444"/>
              </a:xfrm>
              <a:prstGeom prst="rect">
                <a:avLst/>
              </a:prstGeom>
              <a:blipFill>
                <a:blip r:embed="rId9"/>
                <a:stretch>
                  <a:fillRect l="-7595" r="-8861" b="-2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88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7" grpId="0"/>
      <p:bldP spid="40" grpId="0"/>
      <p:bldP spid="41" grpId="0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DE70-17F3-45AC-8916-1F117B96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Positional Encoding: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0F20-A78F-46AE-A502-B3E635686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8" y="1042657"/>
            <a:ext cx="5844208" cy="518097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To the transformer, the position vectors are just a bunch of numbers</a:t>
            </a:r>
          </a:p>
          <a:p>
            <a:pPr lvl="1"/>
            <a:r>
              <a:rPr lang="en-IN" dirty="0"/>
              <a:t>Each vector represents an absolute position</a:t>
            </a:r>
          </a:p>
          <a:p>
            <a:pPr lvl="1"/>
            <a:r>
              <a:rPr lang="en-IN" dirty="0"/>
              <a:t>What if a sequence of length greater than that of all the sequences used during training is fed during inference?</a:t>
            </a:r>
          </a:p>
          <a:p>
            <a:pPr lvl="2"/>
            <a:r>
              <a:rPr lang="en-IN" dirty="0"/>
              <a:t>The transformer does not have any clue about the new positional index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4F6E-0E0B-443E-B9D9-971CA6DC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F63DEA-021E-4543-B4C3-E80CB78D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10" y="1654574"/>
            <a:ext cx="4776056" cy="431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0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B848-7E7D-4A8D-9897-87861DB3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DBCCE-322A-4229-9F70-6AB6CA50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B282ABE-91DD-49C0-8A07-E8944DD69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201138"/>
              </p:ext>
            </p:extLst>
          </p:nvPr>
        </p:nvGraphicFramePr>
        <p:xfrm>
          <a:off x="1823278" y="2429195"/>
          <a:ext cx="2848360" cy="2321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045">
                  <a:extLst>
                    <a:ext uri="{9D8B030D-6E8A-4147-A177-3AD203B41FA5}">
                      <a16:colId xmlns:a16="http://schemas.microsoft.com/office/drawing/2014/main" val="1852768760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2231113024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3247178825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3406545847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2262002854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465397677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1694141799"/>
                    </a:ext>
                  </a:extLst>
                </a:gridCol>
                <a:gridCol w="356045">
                  <a:extLst>
                    <a:ext uri="{9D8B030D-6E8A-4147-A177-3AD203B41FA5}">
                      <a16:colId xmlns:a16="http://schemas.microsoft.com/office/drawing/2014/main" val="1634901973"/>
                    </a:ext>
                  </a:extLst>
                </a:gridCol>
              </a:tblGrid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3015466232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1434394826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3359813584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3173466290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399367486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861092789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4182672698"/>
                  </a:ext>
                </a:extLst>
              </a:tr>
              <a:tr h="290214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2044" marR="32044" marT="16022" marB="16022"/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2044" marR="32044" marT="16022" marB="16022"/>
                </a:tc>
                <a:extLst>
                  <a:ext uri="{0D108BD9-81ED-4DB2-BD59-A6C34878D82A}">
                    <a16:rowId xmlns:a16="http://schemas.microsoft.com/office/drawing/2014/main" val="35648486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611B275-35E8-484A-8367-0AF9E09E61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772644"/>
                  </p:ext>
                </p:extLst>
              </p:nvPr>
            </p:nvGraphicFramePr>
            <p:xfrm>
              <a:off x="1823278" y="1920275"/>
              <a:ext cx="2848360" cy="336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6045">
                      <a:extLst>
                        <a:ext uri="{9D8B030D-6E8A-4147-A177-3AD203B41FA5}">
                          <a16:colId xmlns:a16="http://schemas.microsoft.com/office/drawing/2014/main" val="1852768760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2231113024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3247178825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3406545847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2262002854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465397677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1694141799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1634901973"/>
                        </a:ext>
                      </a:extLst>
                    </a:gridCol>
                  </a:tblGrid>
                  <a:tr h="2902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I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N" sz="600" dirty="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I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I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N" sz="600" dirty="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IN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I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N" sz="6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015466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611B275-35E8-484A-8367-0AF9E09E61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772644"/>
                  </p:ext>
                </p:extLst>
              </p:nvPr>
            </p:nvGraphicFramePr>
            <p:xfrm>
              <a:off x="1823278" y="1920275"/>
              <a:ext cx="2848360" cy="336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6045">
                      <a:extLst>
                        <a:ext uri="{9D8B030D-6E8A-4147-A177-3AD203B41FA5}">
                          <a16:colId xmlns:a16="http://schemas.microsoft.com/office/drawing/2014/main" val="1852768760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2231113024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3247178825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3406545847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2262002854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465397677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1694141799"/>
                        </a:ext>
                      </a:extLst>
                    </a:gridCol>
                    <a:gridCol w="356045">
                      <a:extLst>
                        <a:ext uri="{9D8B030D-6E8A-4147-A177-3AD203B41FA5}">
                          <a16:colId xmlns:a16="http://schemas.microsoft.com/office/drawing/2014/main" val="1634901973"/>
                        </a:ext>
                      </a:extLst>
                    </a:gridCol>
                  </a:tblGrid>
                  <a:tr h="3368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2"/>
                          <a:stretch>
                            <a:fillRect l="-1695" t="-3571" r="-69661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2"/>
                          <a:stretch>
                            <a:fillRect l="-103448" t="-3571" r="-60862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2"/>
                          <a:stretch>
                            <a:fillRect l="-200000" t="-3571" r="-49830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IN" sz="600"/>
                        </a:p>
                      </a:txBody>
                      <a:tcPr marL="32044" marR="32044" marT="16022" marB="16022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2"/>
                          <a:stretch>
                            <a:fillRect l="-708621" t="-3571" r="-34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54662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DFB513C-F383-4018-B14D-108D7BD0CC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161838"/>
                  </p:ext>
                </p:extLst>
              </p:nvPr>
            </p:nvGraphicFramePr>
            <p:xfrm>
              <a:off x="1220658" y="2422591"/>
              <a:ext cx="356045" cy="23217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6045">
                      <a:extLst>
                        <a:ext uri="{9D8B030D-6E8A-4147-A177-3AD203B41FA5}">
                          <a16:colId xmlns:a16="http://schemas.microsoft.com/office/drawing/2014/main" val="1852768760"/>
                        </a:ext>
                      </a:extLst>
                    </a:gridCol>
                  </a:tblGrid>
                  <a:tr h="2902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015466232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1434394826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359813584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173466290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99367486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861092789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4182672698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564848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DFB513C-F383-4018-B14D-108D7BD0CC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161838"/>
                  </p:ext>
                </p:extLst>
              </p:nvPr>
            </p:nvGraphicFramePr>
            <p:xfrm>
              <a:off x="1220658" y="2422591"/>
              <a:ext cx="356045" cy="23217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6045">
                      <a:extLst>
                        <a:ext uri="{9D8B030D-6E8A-4147-A177-3AD203B41FA5}">
                          <a16:colId xmlns:a16="http://schemas.microsoft.com/office/drawing/2014/main" val="1852768760"/>
                        </a:ext>
                      </a:extLst>
                    </a:gridCol>
                  </a:tblGrid>
                  <a:tr h="29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3"/>
                          <a:stretch>
                            <a:fillRect l="-1695" t="-2083" r="-3390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5466232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3"/>
                          <a:stretch>
                            <a:fillRect l="-1695" t="-102083" r="-3390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394826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3"/>
                          <a:stretch>
                            <a:fillRect l="-1695" t="-206383" r="-3390" b="-5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9813584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173466290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399367486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861092789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IN" sz="1400" dirty="0"/>
                        </a:p>
                      </a:txBody>
                      <a:tcPr marL="32044" marR="32044" marT="16022" marB="16022"/>
                    </a:tc>
                    <a:extLst>
                      <a:ext uri="{0D108BD9-81ED-4DB2-BD59-A6C34878D82A}">
                        <a16:rowId xmlns:a16="http://schemas.microsoft.com/office/drawing/2014/main" val="4182672698"/>
                      </a:ext>
                    </a:extLst>
                  </a:tr>
                  <a:tr h="29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044" marR="32044" marT="16022" marB="16022">
                        <a:blipFill>
                          <a:blip r:embed="rId3"/>
                          <a:stretch>
                            <a:fillRect l="-1695" t="-697917" r="-3390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48486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2FCB87-5533-40A3-AA63-7AF4496CAE5E}"/>
                  </a:ext>
                </a:extLst>
              </p:cNvPr>
              <p:cNvSpPr txBox="1"/>
              <p:nvPr/>
            </p:nvSpPr>
            <p:spPr>
              <a:xfrm>
                <a:off x="4918213" y="3214115"/>
                <a:ext cx="916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2FCB87-5533-40A3-AA63-7AF4496CA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213" y="3214115"/>
                <a:ext cx="916469" cy="369332"/>
              </a:xfrm>
              <a:prstGeom prst="rect">
                <a:avLst/>
              </a:prstGeom>
              <a:blipFill>
                <a:blip r:embed="rId4"/>
                <a:stretch>
                  <a:fillRect l="-2667" r="-7333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3256BFE-F495-4511-9A69-F16019FFF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238" y="1418846"/>
            <a:ext cx="1722269" cy="16765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EBED64-DC55-4C54-A800-B761BDCE1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116" y="3762610"/>
            <a:ext cx="1691787" cy="1722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AE2A3-41A0-4B25-9D89-651D15296893}"/>
                  </a:ext>
                </a:extLst>
              </p:cNvPr>
              <p:cNvSpPr txBox="1"/>
              <p:nvPr/>
            </p:nvSpPr>
            <p:spPr>
              <a:xfrm>
                <a:off x="9182887" y="2088697"/>
                <a:ext cx="22191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AE2A3-41A0-4B25-9D89-651D15296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887" y="2088697"/>
                <a:ext cx="2219134" cy="276999"/>
              </a:xfrm>
              <a:prstGeom prst="rect">
                <a:avLst/>
              </a:prstGeom>
              <a:blipFill>
                <a:blip r:embed="rId7"/>
                <a:stretch>
                  <a:fillRect l="-1099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97D528-F53A-4E92-BDF7-18AC74781120}"/>
                  </a:ext>
                </a:extLst>
              </p:cNvPr>
              <p:cNvSpPr txBox="1"/>
              <p:nvPr/>
            </p:nvSpPr>
            <p:spPr>
              <a:xfrm>
                <a:off x="9107247" y="4353805"/>
                <a:ext cx="1801070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97D528-F53A-4E92-BDF7-18AC7478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247" y="4353805"/>
                <a:ext cx="1801070" cy="303673"/>
              </a:xfrm>
              <a:prstGeom prst="rect">
                <a:avLst/>
              </a:prstGeom>
              <a:blipFill>
                <a:blip r:embed="rId8"/>
                <a:stretch>
                  <a:fillRect l="-1356" r="-2373" b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57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B848-7E7D-4A8D-9897-87861DB3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DBCCE-322A-4229-9F70-6AB6CA50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256BFE-F495-4511-9A69-F16019FFF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38" y="1418846"/>
            <a:ext cx="1722269" cy="16765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EBED64-DC55-4C54-A800-B761BDCE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116" y="3762610"/>
            <a:ext cx="1691787" cy="1722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AE2A3-41A0-4B25-9D89-651D15296893}"/>
                  </a:ext>
                </a:extLst>
              </p:cNvPr>
              <p:cNvSpPr txBox="1"/>
              <p:nvPr/>
            </p:nvSpPr>
            <p:spPr>
              <a:xfrm>
                <a:off x="9182887" y="2088697"/>
                <a:ext cx="22191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AE2A3-41A0-4B25-9D89-651D15296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887" y="2088697"/>
                <a:ext cx="2219134" cy="276999"/>
              </a:xfrm>
              <a:prstGeom prst="rect">
                <a:avLst/>
              </a:prstGeom>
              <a:blipFill>
                <a:blip r:embed="rId4"/>
                <a:stretch>
                  <a:fillRect l="-1099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97D528-F53A-4E92-BDF7-18AC74781120}"/>
                  </a:ext>
                </a:extLst>
              </p:cNvPr>
              <p:cNvSpPr txBox="1"/>
              <p:nvPr/>
            </p:nvSpPr>
            <p:spPr>
              <a:xfrm>
                <a:off x="9107247" y="4353805"/>
                <a:ext cx="1801070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97D528-F53A-4E92-BDF7-18AC7478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247" y="4353805"/>
                <a:ext cx="1801070" cy="303673"/>
              </a:xfrm>
              <a:prstGeom prst="rect">
                <a:avLst/>
              </a:prstGeom>
              <a:blipFill>
                <a:blip r:embed="rId5"/>
                <a:stretch>
                  <a:fillRect l="-1356" r="-2373" b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8353FB-ED93-43B0-83FF-A285D83D8FD8}"/>
                  </a:ext>
                </a:extLst>
              </p:cNvPr>
              <p:cNvSpPr txBox="1"/>
              <p:nvPr/>
            </p:nvSpPr>
            <p:spPr>
              <a:xfrm>
                <a:off x="6517095" y="2215746"/>
                <a:ext cx="347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8353FB-ED93-43B0-83FF-A285D83D8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095" y="2215746"/>
                <a:ext cx="347788" cy="276999"/>
              </a:xfrm>
              <a:prstGeom prst="rect">
                <a:avLst/>
              </a:prstGeom>
              <a:blipFill>
                <a:blip r:embed="rId6"/>
                <a:stretch>
                  <a:fillRect l="-15789" r="-1754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A5DF1A-BD60-4E19-96FC-D30641F41058}"/>
                  </a:ext>
                </a:extLst>
              </p:cNvPr>
              <p:cNvSpPr txBox="1"/>
              <p:nvPr/>
            </p:nvSpPr>
            <p:spPr>
              <a:xfrm>
                <a:off x="7732977" y="1006671"/>
                <a:ext cx="3538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A5DF1A-BD60-4E19-96FC-D30641F4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977" y="1006671"/>
                <a:ext cx="353879" cy="276999"/>
              </a:xfrm>
              <a:prstGeom prst="rect">
                <a:avLst/>
              </a:prstGeom>
              <a:blipFill>
                <a:blip r:embed="rId7"/>
                <a:stretch>
                  <a:fillRect l="-15517" r="-1724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69146C-926C-42F3-87AD-9B68E975DBC5}"/>
                  </a:ext>
                </a:extLst>
              </p:cNvPr>
              <p:cNvSpPr txBox="1"/>
              <p:nvPr/>
            </p:nvSpPr>
            <p:spPr>
              <a:xfrm>
                <a:off x="6527034" y="4524840"/>
                <a:ext cx="347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69146C-926C-42F3-87AD-9B68E975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34" y="4524840"/>
                <a:ext cx="347788" cy="276999"/>
              </a:xfrm>
              <a:prstGeom prst="rect">
                <a:avLst/>
              </a:prstGeom>
              <a:blipFill>
                <a:blip r:embed="rId8"/>
                <a:stretch>
                  <a:fillRect l="-15789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D19ED3-5E47-47ED-B5F7-74CC7444392E}"/>
              </a:ext>
            </a:extLst>
          </p:cNvPr>
          <p:cNvCxnSpPr>
            <a:stCxn id="15" idx="2"/>
          </p:cNvCxnSpPr>
          <p:nvPr/>
        </p:nvCxnSpPr>
        <p:spPr>
          <a:xfrm flipH="1">
            <a:off x="7909916" y="1283670"/>
            <a:ext cx="1" cy="3518169"/>
          </a:xfrm>
          <a:prstGeom prst="line">
            <a:avLst/>
          </a:prstGeom>
          <a:ln w="317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0AA032-0183-4F46-BA91-D135469E17CA}"/>
              </a:ext>
            </a:extLst>
          </p:cNvPr>
          <p:cNvCxnSpPr>
            <a:cxnSpLocks/>
          </p:cNvCxnSpPr>
          <p:nvPr/>
        </p:nvCxnSpPr>
        <p:spPr>
          <a:xfrm>
            <a:off x="6864883" y="2394002"/>
            <a:ext cx="1045033" cy="11450"/>
          </a:xfrm>
          <a:prstGeom prst="line">
            <a:avLst/>
          </a:prstGeom>
          <a:ln w="317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CFB9ED-0D14-42F1-BBC1-422884D71FE2}"/>
              </a:ext>
            </a:extLst>
          </p:cNvPr>
          <p:cNvCxnSpPr>
            <a:cxnSpLocks/>
          </p:cNvCxnSpPr>
          <p:nvPr/>
        </p:nvCxnSpPr>
        <p:spPr>
          <a:xfrm>
            <a:off x="6871227" y="4726585"/>
            <a:ext cx="1045033" cy="11450"/>
          </a:xfrm>
          <a:prstGeom prst="line">
            <a:avLst/>
          </a:prstGeom>
          <a:ln w="317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936715CB-9449-4801-8201-F9BD770C4F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3683" y="1283670"/>
            <a:ext cx="4474356" cy="456053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C6DAF6-7D2F-4BA1-9F3D-FAB176475F7E}"/>
              </a:ext>
            </a:extLst>
          </p:cNvPr>
          <p:cNvCxnSpPr>
            <a:cxnSpLocks/>
          </p:cNvCxnSpPr>
          <p:nvPr/>
        </p:nvCxnSpPr>
        <p:spPr>
          <a:xfrm flipV="1">
            <a:off x="3500983" y="1929972"/>
            <a:ext cx="2071255" cy="1737568"/>
          </a:xfrm>
          <a:prstGeom prst="straightConnector1">
            <a:avLst/>
          </a:prstGeom>
          <a:ln w="25400">
            <a:solidFill>
              <a:srgbClr val="4992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A286B9-4073-4A35-AAD6-AA079F50C098}"/>
              </a:ext>
            </a:extLst>
          </p:cNvPr>
          <p:cNvCxnSpPr>
            <a:cxnSpLocks/>
          </p:cNvCxnSpPr>
          <p:nvPr/>
        </p:nvCxnSpPr>
        <p:spPr>
          <a:xfrm flipH="1" flipV="1">
            <a:off x="1928213" y="2078758"/>
            <a:ext cx="1576366" cy="160419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B698470-C6E4-43EF-8A89-5FB9696C4D91}"/>
              </a:ext>
            </a:extLst>
          </p:cNvPr>
          <p:cNvSpPr/>
          <p:nvPr/>
        </p:nvSpPr>
        <p:spPr>
          <a:xfrm>
            <a:off x="4149109" y="3095391"/>
            <a:ext cx="222776" cy="572148"/>
          </a:xfrm>
          <a:custGeom>
            <a:avLst/>
            <a:gdLst>
              <a:gd name="connsiteX0" fmla="*/ 0 w 336598"/>
              <a:gd name="connsiteY0" fmla="*/ 0 h 496956"/>
              <a:gd name="connsiteX1" fmla="*/ 238539 w 336598"/>
              <a:gd name="connsiteY1" fmla="*/ 159026 h 496956"/>
              <a:gd name="connsiteX2" fmla="*/ 327991 w 336598"/>
              <a:gd name="connsiteY2" fmla="*/ 327991 h 496956"/>
              <a:gd name="connsiteX3" fmla="*/ 327991 w 336598"/>
              <a:gd name="connsiteY3" fmla="*/ 496956 h 49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598" h="496956">
                <a:moveTo>
                  <a:pt x="0" y="0"/>
                </a:moveTo>
                <a:cubicBezTo>
                  <a:pt x="91937" y="52180"/>
                  <a:pt x="183874" y="104361"/>
                  <a:pt x="238539" y="159026"/>
                </a:cubicBezTo>
                <a:cubicBezTo>
                  <a:pt x="293204" y="213691"/>
                  <a:pt x="313082" y="271669"/>
                  <a:pt x="327991" y="327991"/>
                </a:cubicBezTo>
                <a:cubicBezTo>
                  <a:pt x="342900" y="384313"/>
                  <a:pt x="335445" y="440634"/>
                  <a:pt x="327991" y="496956"/>
                </a:cubicBezTo>
              </a:path>
            </a:pathLst>
          </a:cu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0B85E81-B7FD-4FBB-9383-AB00A1E0F4FB}"/>
              </a:ext>
            </a:extLst>
          </p:cNvPr>
          <p:cNvSpPr/>
          <p:nvPr/>
        </p:nvSpPr>
        <p:spPr>
          <a:xfrm>
            <a:off x="3071191" y="3105331"/>
            <a:ext cx="900979" cy="572148"/>
          </a:xfrm>
          <a:custGeom>
            <a:avLst/>
            <a:gdLst>
              <a:gd name="connsiteX0" fmla="*/ 0 w 954157"/>
              <a:gd name="connsiteY0" fmla="*/ 83412 h 530673"/>
              <a:gd name="connsiteX1" fmla="*/ 417444 w 954157"/>
              <a:gd name="connsiteY1" fmla="*/ 3899 h 530673"/>
              <a:gd name="connsiteX2" fmla="*/ 864705 w 954157"/>
              <a:gd name="connsiteY2" fmla="*/ 192743 h 530673"/>
              <a:gd name="connsiteX3" fmla="*/ 954157 w 954157"/>
              <a:gd name="connsiteY3" fmla="*/ 530673 h 53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4157" h="530673">
                <a:moveTo>
                  <a:pt x="0" y="83412"/>
                </a:moveTo>
                <a:cubicBezTo>
                  <a:pt x="136663" y="34544"/>
                  <a:pt x="273327" y="-14323"/>
                  <a:pt x="417444" y="3899"/>
                </a:cubicBezTo>
                <a:cubicBezTo>
                  <a:pt x="561562" y="22121"/>
                  <a:pt x="775253" y="104947"/>
                  <a:pt x="864705" y="192743"/>
                </a:cubicBezTo>
                <a:cubicBezTo>
                  <a:pt x="954157" y="280539"/>
                  <a:pt x="954157" y="405606"/>
                  <a:pt x="954157" y="530673"/>
                </a:cubicBezTo>
              </a:path>
            </a:pathLst>
          </a:cu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885C51-D352-457F-AC40-D79686BB91E4}"/>
                  </a:ext>
                </a:extLst>
              </p:cNvPr>
              <p:cNvSpPr txBox="1"/>
              <p:nvPr/>
            </p:nvSpPr>
            <p:spPr>
              <a:xfrm>
                <a:off x="3037308" y="2798756"/>
                <a:ext cx="2954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885C51-D352-457F-AC40-D79686BB9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308" y="2798756"/>
                <a:ext cx="295466" cy="276999"/>
              </a:xfrm>
              <a:prstGeom prst="rect">
                <a:avLst/>
              </a:prstGeom>
              <a:blipFill>
                <a:blip r:embed="rId10"/>
                <a:stretch>
                  <a:fillRect l="-16327" r="-2041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E9F51B-9C8B-4D4B-A583-942FF11FE3D8}"/>
                  </a:ext>
                </a:extLst>
              </p:cNvPr>
              <p:cNvSpPr txBox="1"/>
              <p:nvPr/>
            </p:nvSpPr>
            <p:spPr>
              <a:xfrm>
                <a:off x="4402554" y="3252905"/>
                <a:ext cx="352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E9F51B-9C8B-4D4B-A583-942FF11FE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554" y="3252905"/>
                <a:ext cx="352596" cy="276999"/>
              </a:xfrm>
              <a:prstGeom prst="rect">
                <a:avLst/>
              </a:prstGeom>
              <a:blipFill>
                <a:blip r:embed="rId11"/>
                <a:stretch>
                  <a:fillRect l="-12069" r="-1724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21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B536-15CC-4E35-A672-D13276A4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4147-4927-4EA6-9E7F-36FD1614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0B2B9-BE72-4881-B07C-ABBFC0C6CC79}"/>
              </a:ext>
            </a:extLst>
          </p:cNvPr>
          <p:cNvSpPr txBox="1"/>
          <p:nvPr/>
        </p:nvSpPr>
        <p:spPr>
          <a:xfrm>
            <a:off x="2260334" y="1063487"/>
            <a:ext cx="767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 defined the rotation in two dimensional space with a rotation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D01D3-8E50-4085-A0CD-C6B05896D176}"/>
              </a:ext>
            </a:extLst>
          </p:cNvPr>
          <p:cNvSpPr txBox="1"/>
          <p:nvPr/>
        </p:nvSpPr>
        <p:spPr>
          <a:xfrm>
            <a:off x="2260333" y="1584981"/>
            <a:ext cx="789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original embedding vector is divided into a set of 2D vectors (</a:t>
            </a:r>
            <a:r>
              <a:rPr lang="en-IN" dirty="0">
                <a:solidFill>
                  <a:srgbClr val="C00000"/>
                </a:solidFill>
              </a:rPr>
              <a:t>WHY?</a:t>
            </a:r>
            <a:r>
              <a:rPr lang="en-IN" dirty="0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4171A6-BBC7-476B-A375-9405B64790AA}"/>
                  </a:ext>
                </a:extLst>
              </p:cNvPr>
              <p:cNvSpPr txBox="1"/>
              <p:nvPr/>
            </p:nvSpPr>
            <p:spPr>
              <a:xfrm>
                <a:off x="4322299" y="2137832"/>
                <a:ext cx="7571945" cy="25802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For each position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the first two entries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) are used to form</a:t>
                </a:r>
              </a:p>
              <a:p>
                <a:r>
                  <a:rPr lang="en-IN" dirty="0"/>
                  <a:t>     a 2D vector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first vector is assigned index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and second gets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 , so 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Each vector is rotated by an angle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−1)/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For each position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rotated vectors are concatenated to form the </a:t>
                </a:r>
                <a:r>
                  <a:rPr lang="en-IN" dirty="0" err="1"/>
                  <a:t>RoPE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IN" dirty="0"/>
                  <a:t>      encoded vector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4171A6-BBC7-476B-A375-9405B6479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299" y="2137832"/>
                <a:ext cx="7571945" cy="2580258"/>
              </a:xfrm>
              <a:prstGeom prst="rect">
                <a:avLst/>
              </a:prstGeom>
              <a:blipFill>
                <a:blip r:embed="rId2"/>
                <a:stretch>
                  <a:fillRect l="-483" t="-1182" b="-4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B233AE2-98E0-401C-9A6F-D6EF81D4DE1B}"/>
              </a:ext>
            </a:extLst>
          </p:cNvPr>
          <p:cNvGrpSpPr/>
          <p:nvPr/>
        </p:nvGrpSpPr>
        <p:grpSpPr>
          <a:xfrm>
            <a:off x="1820519" y="4716292"/>
            <a:ext cx="4994414" cy="1496418"/>
            <a:chOff x="1820519" y="4730804"/>
            <a:chExt cx="4994414" cy="149641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4CD5A6-C1DB-4198-8337-3B134A0C1684}"/>
                </a:ext>
              </a:extLst>
            </p:cNvPr>
            <p:cNvCxnSpPr>
              <a:cxnSpLocks/>
            </p:cNvCxnSpPr>
            <p:nvPr/>
          </p:nvCxnSpPr>
          <p:spPr>
            <a:xfrm>
              <a:off x="1820519" y="4730804"/>
              <a:ext cx="0" cy="1487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0A6DED9-99A6-4576-929A-0B5340273ED2}"/>
                </a:ext>
              </a:extLst>
            </p:cNvPr>
            <p:cNvCxnSpPr>
              <a:cxnSpLocks/>
            </p:cNvCxnSpPr>
            <p:nvPr/>
          </p:nvCxnSpPr>
          <p:spPr>
            <a:xfrm>
              <a:off x="1820519" y="6218453"/>
              <a:ext cx="1553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4FB7A2C-0573-4EE1-B207-99844CD687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0519" y="5726949"/>
              <a:ext cx="1178606" cy="481566"/>
            </a:xfrm>
            <a:prstGeom prst="straightConnector1">
              <a:avLst/>
            </a:prstGeom>
            <a:ln>
              <a:solidFill>
                <a:srgbClr val="4992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CBC6D1D-535C-42A0-AB49-DE0D579054F4}"/>
                </a:ext>
              </a:extLst>
            </p:cNvPr>
            <p:cNvCxnSpPr/>
            <p:nvPr/>
          </p:nvCxnSpPr>
          <p:spPr>
            <a:xfrm flipV="1">
              <a:off x="1820519" y="5135088"/>
              <a:ext cx="725556" cy="108336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DAC324C-0293-4F6F-A5BF-78C12E793B3B}"/>
                </a:ext>
              </a:extLst>
            </p:cNvPr>
            <p:cNvSpPr/>
            <p:nvPr/>
          </p:nvSpPr>
          <p:spPr>
            <a:xfrm>
              <a:off x="2084725" y="5804453"/>
              <a:ext cx="198783" cy="208722"/>
            </a:xfrm>
            <a:custGeom>
              <a:avLst/>
              <a:gdLst>
                <a:gd name="connsiteX0" fmla="*/ 0 w 198783"/>
                <a:gd name="connsiteY0" fmla="*/ 0 h 208722"/>
                <a:gd name="connsiteX1" fmla="*/ 159026 w 198783"/>
                <a:gd name="connsiteY1" fmla="*/ 79513 h 208722"/>
                <a:gd name="connsiteX2" fmla="*/ 198783 w 198783"/>
                <a:gd name="connsiteY2" fmla="*/ 208722 h 20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8783" h="208722">
                  <a:moveTo>
                    <a:pt x="0" y="0"/>
                  </a:moveTo>
                  <a:cubicBezTo>
                    <a:pt x="62948" y="22363"/>
                    <a:pt x="125896" y="44726"/>
                    <a:pt x="159026" y="79513"/>
                  </a:cubicBezTo>
                  <a:cubicBezTo>
                    <a:pt x="192157" y="114300"/>
                    <a:pt x="195470" y="161511"/>
                    <a:pt x="198783" y="208722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4C34E37-72AF-4A31-9738-39C737DDECA4}"/>
                    </a:ext>
                  </a:extLst>
                </p:cNvPr>
                <p:cNvSpPr txBox="1"/>
                <p:nvPr/>
              </p:nvSpPr>
              <p:spPr>
                <a:xfrm>
                  <a:off x="2228632" y="5626592"/>
                  <a:ext cx="1942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4C34E37-72AF-4A31-9738-39C737DDE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632" y="5626592"/>
                  <a:ext cx="19428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5C5D3C6-537D-4274-B756-A6CE74173949}"/>
                    </a:ext>
                  </a:extLst>
                </p:cNvPr>
                <p:cNvSpPr txBox="1"/>
                <p:nvPr/>
              </p:nvSpPr>
              <p:spPr>
                <a:xfrm>
                  <a:off x="2969382" y="5558459"/>
                  <a:ext cx="52565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5C5D3C6-537D-4274-B756-A6CE74173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382" y="5558459"/>
                  <a:ext cx="52565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9302" r="-10465" b="-3871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D349C12F-91B6-493A-BF8C-9446FF3D68C5}"/>
                    </a:ext>
                  </a:extLst>
                </p:cNvPr>
                <p:cNvSpPr txBox="1"/>
                <p:nvPr/>
              </p:nvSpPr>
              <p:spPr>
                <a:xfrm>
                  <a:off x="2527997" y="4999115"/>
                  <a:ext cx="52565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D349C12F-91B6-493A-BF8C-9446FF3D6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7997" y="4999115"/>
                  <a:ext cx="525657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10465" t="-3333" r="-9302" b="-4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CB0EA9D-5E6B-4423-8405-90698B7D80B4}"/>
                </a:ext>
              </a:extLst>
            </p:cNvPr>
            <p:cNvSpPr/>
            <p:nvPr/>
          </p:nvSpPr>
          <p:spPr>
            <a:xfrm>
              <a:off x="3072012" y="5013389"/>
              <a:ext cx="208722" cy="208722"/>
            </a:xfrm>
            <a:prstGeom prst="ellipse">
              <a:avLst/>
            </a:prstGeom>
            <a:gradFill>
              <a:gsLst>
                <a:gs pos="37000">
                  <a:schemeClr val="accent1">
                    <a:lumMod val="75000"/>
                  </a:schemeClr>
                </a:gs>
                <a:gs pos="75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E0F9555-E2E7-4A14-BA29-7D9345D760ED}"/>
                </a:ext>
              </a:extLst>
            </p:cNvPr>
            <p:cNvSpPr/>
            <p:nvPr/>
          </p:nvSpPr>
          <p:spPr>
            <a:xfrm>
              <a:off x="3354458" y="5020068"/>
              <a:ext cx="208722" cy="208722"/>
            </a:xfrm>
            <a:prstGeom prst="ellipse">
              <a:avLst/>
            </a:prstGeom>
            <a:gradFill>
              <a:gsLst>
                <a:gs pos="37000">
                  <a:schemeClr val="accent1">
                    <a:lumMod val="75000"/>
                  </a:schemeClr>
                </a:gs>
                <a:gs pos="75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A964D78-76CE-47A1-863D-E4F17B9C48DD}"/>
                </a:ext>
              </a:extLst>
            </p:cNvPr>
            <p:cNvSpPr/>
            <p:nvPr/>
          </p:nvSpPr>
          <p:spPr>
            <a:xfrm>
              <a:off x="3511661" y="5598991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44D275A-486B-47B9-AAE3-166450436301}"/>
                </a:ext>
              </a:extLst>
            </p:cNvPr>
            <p:cNvSpPr/>
            <p:nvPr/>
          </p:nvSpPr>
          <p:spPr>
            <a:xfrm>
              <a:off x="3813985" y="5605670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7CDCE5A-2BE7-4F9D-B3AC-8FF89C91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636606" y="4739573"/>
              <a:ext cx="0" cy="1487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EAD1EE-7FB9-4285-B921-AB73A8027526}"/>
                </a:ext>
              </a:extLst>
            </p:cNvPr>
            <p:cNvCxnSpPr>
              <a:cxnSpLocks/>
            </p:cNvCxnSpPr>
            <p:nvPr/>
          </p:nvCxnSpPr>
          <p:spPr>
            <a:xfrm>
              <a:off x="4636606" y="6227222"/>
              <a:ext cx="15538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D095707-BAAE-4FB6-959C-F96206CFA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606" y="5735718"/>
              <a:ext cx="1178606" cy="481566"/>
            </a:xfrm>
            <a:prstGeom prst="straightConnector1">
              <a:avLst/>
            </a:prstGeom>
            <a:ln>
              <a:solidFill>
                <a:srgbClr val="4992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00DC8D5-C311-498D-A0A1-0028D700A0E5}"/>
                </a:ext>
              </a:extLst>
            </p:cNvPr>
            <p:cNvCxnSpPr/>
            <p:nvPr/>
          </p:nvCxnSpPr>
          <p:spPr>
            <a:xfrm flipV="1">
              <a:off x="4636606" y="5143857"/>
              <a:ext cx="725556" cy="108336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A79E17C-327D-44AE-AF21-9A8AA1A5AE13}"/>
                </a:ext>
              </a:extLst>
            </p:cNvPr>
            <p:cNvSpPr/>
            <p:nvPr/>
          </p:nvSpPr>
          <p:spPr>
            <a:xfrm>
              <a:off x="4900812" y="5813222"/>
              <a:ext cx="198783" cy="208722"/>
            </a:xfrm>
            <a:custGeom>
              <a:avLst/>
              <a:gdLst>
                <a:gd name="connsiteX0" fmla="*/ 0 w 198783"/>
                <a:gd name="connsiteY0" fmla="*/ 0 h 208722"/>
                <a:gd name="connsiteX1" fmla="*/ 159026 w 198783"/>
                <a:gd name="connsiteY1" fmla="*/ 79513 h 208722"/>
                <a:gd name="connsiteX2" fmla="*/ 198783 w 198783"/>
                <a:gd name="connsiteY2" fmla="*/ 208722 h 20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8783" h="208722">
                  <a:moveTo>
                    <a:pt x="0" y="0"/>
                  </a:moveTo>
                  <a:cubicBezTo>
                    <a:pt x="62948" y="22363"/>
                    <a:pt x="125896" y="44726"/>
                    <a:pt x="159026" y="79513"/>
                  </a:cubicBezTo>
                  <a:cubicBezTo>
                    <a:pt x="192157" y="114300"/>
                    <a:pt x="195470" y="161511"/>
                    <a:pt x="198783" y="208722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C16DAE5-3CED-44BE-B901-4F1F6C8931F5}"/>
                    </a:ext>
                  </a:extLst>
                </p:cNvPr>
                <p:cNvSpPr txBox="1"/>
                <p:nvPr/>
              </p:nvSpPr>
              <p:spPr>
                <a:xfrm>
                  <a:off x="5044719" y="5635361"/>
                  <a:ext cx="1942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C16DAE5-3CED-44BE-B901-4F1F6C893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4719" y="5635361"/>
                  <a:ext cx="19428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9032" r="-25806" b="-1111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3D737A3-E2B3-4FAC-96A7-D0E341E04AE9}"/>
                    </a:ext>
                  </a:extLst>
                </p:cNvPr>
                <p:cNvSpPr txBox="1"/>
                <p:nvPr/>
              </p:nvSpPr>
              <p:spPr>
                <a:xfrm>
                  <a:off x="5785469" y="5567228"/>
                  <a:ext cx="52924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3D737A3-E2B3-4FAC-96A7-D0E341E04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469" y="5567228"/>
                  <a:ext cx="529247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0345" t="-3333" r="-10345" b="-4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FBF5E58-3657-4495-B711-FCECF442ADB2}"/>
                    </a:ext>
                  </a:extLst>
                </p:cNvPr>
                <p:cNvSpPr txBox="1"/>
                <p:nvPr/>
              </p:nvSpPr>
              <p:spPr>
                <a:xfrm>
                  <a:off x="5344084" y="5007884"/>
                  <a:ext cx="52924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FBF5E58-3657-4495-B711-FCECF442A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084" y="5007884"/>
                  <a:ext cx="529247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1628" r="-10465" b="-4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EB6697D-CED5-46F4-93CF-777F94702E63}"/>
                </a:ext>
              </a:extLst>
            </p:cNvPr>
            <p:cNvSpPr/>
            <p:nvPr/>
          </p:nvSpPr>
          <p:spPr>
            <a:xfrm>
              <a:off x="6313826" y="5572122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8902CC4-5273-4A4E-BD97-DB997EBF74CE}"/>
                </a:ext>
              </a:extLst>
            </p:cNvPr>
            <p:cNvSpPr/>
            <p:nvPr/>
          </p:nvSpPr>
          <p:spPr>
            <a:xfrm>
              <a:off x="6606211" y="5578801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71B8C0C-8F3C-46BA-8388-16ECFFA304E1}"/>
                </a:ext>
              </a:extLst>
            </p:cNvPr>
            <p:cNvSpPr/>
            <p:nvPr/>
          </p:nvSpPr>
          <p:spPr>
            <a:xfrm>
              <a:off x="5913638" y="5011784"/>
              <a:ext cx="208722" cy="208722"/>
            </a:xfrm>
            <a:prstGeom prst="ellipse">
              <a:avLst/>
            </a:prstGeom>
            <a:gradFill>
              <a:gsLst>
                <a:gs pos="26000">
                  <a:schemeClr val="accent6">
                    <a:lumMod val="50000"/>
                  </a:schemeClr>
                </a:gs>
                <a:gs pos="84000">
                  <a:schemeClr val="accent2">
                    <a:lumMod val="105000"/>
                    <a:satMod val="103000"/>
                    <a:tint val="73000"/>
                  </a:schemeClr>
                </a:gs>
                <a:gs pos="75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B23641A-5CC4-43DA-8EE9-A73E003F66EF}"/>
                </a:ext>
              </a:extLst>
            </p:cNvPr>
            <p:cNvSpPr/>
            <p:nvPr/>
          </p:nvSpPr>
          <p:spPr>
            <a:xfrm>
              <a:off x="6206023" y="5018463"/>
              <a:ext cx="208722" cy="208722"/>
            </a:xfrm>
            <a:prstGeom prst="ellipse">
              <a:avLst/>
            </a:prstGeom>
            <a:gradFill>
              <a:gsLst>
                <a:gs pos="26000">
                  <a:schemeClr val="accent6">
                    <a:lumMod val="50000"/>
                  </a:schemeClr>
                </a:gs>
                <a:gs pos="84000">
                  <a:schemeClr val="accent2">
                    <a:lumMod val="105000"/>
                    <a:satMod val="103000"/>
                    <a:tint val="73000"/>
                  </a:schemeClr>
                </a:gs>
                <a:gs pos="75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9EE255-059E-40F8-9771-D77D21352155}"/>
              </a:ext>
            </a:extLst>
          </p:cNvPr>
          <p:cNvGrpSpPr/>
          <p:nvPr/>
        </p:nvGrpSpPr>
        <p:grpSpPr>
          <a:xfrm>
            <a:off x="7313547" y="5347678"/>
            <a:ext cx="4181059" cy="369332"/>
            <a:chOff x="7313547" y="5347678"/>
            <a:chExt cx="41810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5F85828-D379-4515-89AA-74D0581A55FD}"/>
                </a:ext>
              </a:extLst>
            </p:cNvPr>
            <p:cNvSpPr txBox="1"/>
            <p:nvPr/>
          </p:nvSpPr>
          <p:spPr>
            <a:xfrm>
              <a:off x="7313547" y="5347678"/>
              <a:ext cx="31698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RoPE</a:t>
              </a:r>
              <a:r>
                <a:rPr lang="en-IN" dirty="0"/>
                <a:t> encoded embedding: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8A2E4EC-47B8-46A3-8156-3591235CDBBA}"/>
                </a:ext>
              </a:extLst>
            </p:cNvPr>
            <p:cNvSpPr/>
            <p:nvPr/>
          </p:nvSpPr>
          <p:spPr>
            <a:xfrm>
              <a:off x="10399477" y="5457822"/>
              <a:ext cx="208722" cy="208722"/>
            </a:xfrm>
            <a:prstGeom prst="ellipse">
              <a:avLst/>
            </a:prstGeom>
            <a:gradFill>
              <a:gsLst>
                <a:gs pos="37000">
                  <a:schemeClr val="accent1">
                    <a:lumMod val="75000"/>
                  </a:schemeClr>
                </a:gs>
                <a:gs pos="75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A82B94B-9784-4B38-82DC-B64C0E9C5A09}"/>
                </a:ext>
              </a:extLst>
            </p:cNvPr>
            <p:cNvSpPr/>
            <p:nvPr/>
          </p:nvSpPr>
          <p:spPr>
            <a:xfrm>
              <a:off x="10681923" y="5464501"/>
              <a:ext cx="208722" cy="208722"/>
            </a:xfrm>
            <a:prstGeom prst="ellipse">
              <a:avLst/>
            </a:prstGeom>
            <a:gradFill>
              <a:gsLst>
                <a:gs pos="37000">
                  <a:schemeClr val="accent1">
                    <a:lumMod val="75000"/>
                  </a:schemeClr>
                </a:gs>
                <a:gs pos="75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E038889-020A-4827-9CC4-59A9BB27868B}"/>
                </a:ext>
              </a:extLst>
            </p:cNvPr>
            <p:cNvSpPr/>
            <p:nvPr/>
          </p:nvSpPr>
          <p:spPr>
            <a:xfrm>
              <a:off x="10993499" y="5457822"/>
              <a:ext cx="208722" cy="208722"/>
            </a:xfrm>
            <a:prstGeom prst="ellipse">
              <a:avLst/>
            </a:prstGeom>
            <a:gradFill>
              <a:gsLst>
                <a:gs pos="26000">
                  <a:schemeClr val="accent6">
                    <a:lumMod val="50000"/>
                  </a:schemeClr>
                </a:gs>
                <a:gs pos="84000">
                  <a:schemeClr val="accent2">
                    <a:lumMod val="105000"/>
                    <a:satMod val="103000"/>
                    <a:tint val="73000"/>
                  </a:schemeClr>
                </a:gs>
                <a:gs pos="75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52058D0-A67B-499B-A6BF-1A7FE47A2B3B}"/>
                </a:ext>
              </a:extLst>
            </p:cNvPr>
            <p:cNvSpPr/>
            <p:nvPr/>
          </p:nvSpPr>
          <p:spPr>
            <a:xfrm>
              <a:off x="11285884" y="5464501"/>
              <a:ext cx="208722" cy="208722"/>
            </a:xfrm>
            <a:prstGeom prst="ellipse">
              <a:avLst/>
            </a:prstGeom>
            <a:gradFill>
              <a:gsLst>
                <a:gs pos="26000">
                  <a:schemeClr val="accent6">
                    <a:lumMod val="50000"/>
                  </a:schemeClr>
                </a:gs>
                <a:gs pos="84000">
                  <a:schemeClr val="accent2">
                    <a:lumMod val="105000"/>
                    <a:satMod val="103000"/>
                    <a:tint val="73000"/>
                  </a:schemeClr>
                </a:gs>
                <a:gs pos="75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E6D5ED-738C-4C37-A7A7-0F9E02B9A84D}"/>
              </a:ext>
            </a:extLst>
          </p:cNvPr>
          <p:cNvGrpSpPr/>
          <p:nvPr/>
        </p:nvGrpSpPr>
        <p:grpSpPr>
          <a:xfrm>
            <a:off x="683316" y="2002957"/>
            <a:ext cx="2653371" cy="2361861"/>
            <a:chOff x="683316" y="2002957"/>
            <a:chExt cx="2653371" cy="23618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DEDDDA-849C-4C76-9C4D-B875EC48D930}"/>
                </a:ext>
              </a:extLst>
            </p:cNvPr>
            <p:cNvSpPr txBox="1"/>
            <p:nvPr/>
          </p:nvSpPr>
          <p:spPr>
            <a:xfrm>
              <a:off x="683316" y="3995486"/>
              <a:ext cx="11554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furiously</a:t>
              </a:r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38972C-944F-42E2-8292-D78BD413CFD4}"/>
                </a:ext>
              </a:extLst>
            </p:cNvPr>
            <p:cNvSpPr txBox="1"/>
            <p:nvPr/>
          </p:nvSpPr>
          <p:spPr>
            <a:xfrm>
              <a:off x="683316" y="2245453"/>
              <a:ext cx="1215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Colorless</a:t>
              </a:r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C17FD6-0630-4008-AB1E-36FEC3FD9B9F}"/>
                </a:ext>
              </a:extLst>
            </p:cNvPr>
            <p:cNvSpPr txBox="1"/>
            <p:nvPr/>
          </p:nvSpPr>
          <p:spPr>
            <a:xfrm>
              <a:off x="981490" y="2660911"/>
              <a:ext cx="9168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green</a:t>
              </a:r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1074B6-C56A-4CA0-AEE3-990E363C685C}"/>
                </a:ext>
              </a:extLst>
            </p:cNvPr>
            <p:cNvSpPr txBox="1"/>
            <p:nvPr/>
          </p:nvSpPr>
          <p:spPr>
            <a:xfrm>
              <a:off x="1021247" y="3132537"/>
              <a:ext cx="8771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ideas</a:t>
              </a:r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B42B91-0CB7-4D74-964A-9897998EFFC8}"/>
                </a:ext>
              </a:extLst>
            </p:cNvPr>
            <p:cNvSpPr txBox="1"/>
            <p:nvPr/>
          </p:nvSpPr>
          <p:spPr>
            <a:xfrm>
              <a:off x="1021247" y="3551564"/>
              <a:ext cx="799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sleep</a:t>
              </a:r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977FFE-FB58-45A8-AC9B-38C2AFB7BB41}"/>
                </a:ext>
              </a:extLst>
            </p:cNvPr>
            <p:cNvSpPr/>
            <p:nvPr/>
          </p:nvSpPr>
          <p:spPr>
            <a:xfrm>
              <a:off x="2155972" y="2325758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2CA09AE-11FB-4D34-B139-5785A7A74E64}"/>
                </a:ext>
              </a:extLst>
            </p:cNvPr>
            <p:cNvSpPr/>
            <p:nvPr/>
          </p:nvSpPr>
          <p:spPr>
            <a:xfrm>
              <a:off x="2458296" y="2322498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834130-8254-4070-906A-B899643B337C}"/>
                </a:ext>
              </a:extLst>
            </p:cNvPr>
            <p:cNvSpPr/>
            <p:nvPr/>
          </p:nvSpPr>
          <p:spPr>
            <a:xfrm>
              <a:off x="2754012" y="2346909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B6C02BE-3D30-4875-B195-C4B698DD6A15}"/>
                </a:ext>
              </a:extLst>
            </p:cNvPr>
            <p:cNvSpPr/>
            <p:nvPr/>
          </p:nvSpPr>
          <p:spPr>
            <a:xfrm>
              <a:off x="3056336" y="2343649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7A3BCB9-8478-4178-8B76-0EBDA5FB3C6F}"/>
                </a:ext>
              </a:extLst>
            </p:cNvPr>
            <p:cNvSpPr/>
            <p:nvPr/>
          </p:nvSpPr>
          <p:spPr>
            <a:xfrm>
              <a:off x="2155972" y="2775086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5ADCCFC-D7D6-487F-80A0-311151BEF045}"/>
                </a:ext>
              </a:extLst>
            </p:cNvPr>
            <p:cNvSpPr/>
            <p:nvPr/>
          </p:nvSpPr>
          <p:spPr>
            <a:xfrm>
              <a:off x="2458296" y="2771826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49AF6F-5AD6-4CF8-9A02-243A05D94AA3}"/>
                </a:ext>
              </a:extLst>
            </p:cNvPr>
            <p:cNvSpPr/>
            <p:nvPr/>
          </p:nvSpPr>
          <p:spPr>
            <a:xfrm>
              <a:off x="2754012" y="2796237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15FF470-55FF-4465-A2DB-10442C378A5D}"/>
                </a:ext>
              </a:extLst>
            </p:cNvPr>
            <p:cNvSpPr/>
            <p:nvPr/>
          </p:nvSpPr>
          <p:spPr>
            <a:xfrm>
              <a:off x="3056336" y="2792977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A51170-EE7C-45D4-832A-DF4DE9DDE534}"/>
                </a:ext>
              </a:extLst>
            </p:cNvPr>
            <p:cNvSpPr/>
            <p:nvPr/>
          </p:nvSpPr>
          <p:spPr>
            <a:xfrm>
              <a:off x="2155972" y="3245439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ADFBD3C-B5C8-4D21-9712-374A7D8C0ED7}"/>
                </a:ext>
              </a:extLst>
            </p:cNvPr>
            <p:cNvSpPr/>
            <p:nvPr/>
          </p:nvSpPr>
          <p:spPr>
            <a:xfrm>
              <a:off x="2458296" y="3242179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7302311-D358-4387-9590-65492A43E60D}"/>
                </a:ext>
              </a:extLst>
            </p:cNvPr>
            <p:cNvSpPr/>
            <p:nvPr/>
          </p:nvSpPr>
          <p:spPr>
            <a:xfrm>
              <a:off x="2754012" y="3266590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265955-7E08-41CA-A502-63E4A1B107D3}"/>
                </a:ext>
              </a:extLst>
            </p:cNvPr>
            <p:cNvSpPr/>
            <p:nvPr/>
          </p:nvSpPr>
          <p:spPr>
            <a:xfrm>
              <a:off x="3056336" y="3263330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6C78A50-D0AA-4360-9727-E25A85711C6D}"/>
                </a:ext>
              </a:extLst>
            </p:cNvPr>
            <p:cNvSpPr/>
            <p:nvPr/>
          </p:nvSpPr>
          <p:spPr>
            <a:xfrm>
              <a:off x="2155972" y="3669530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FD9C37-20B5-4907-ADE5-34FB32FFC209}"/>
                </a:ext>
              </a:extLst>
            </p:cNvPr>
            <p:cNvSpPr/>
            <p:nvPr/>
          </p:nvSpPr>
          <p:spPr>
            <a:xfrm>
              <a:off x="2458296" y="3666270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73D35A9-B7C0-4E59-8069-14308BDC5DB4}"/>
                </a:ext>
              </a:extLst>
            </p:cNvPr>
            <p:cNvSpPr/>
            <p:nvPr/>
          </p:nvSpPr>
          <p:spPr>
            <a:xfrm>
              <a:off x="2754012" y="3690681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B9E4763-0179-4F69-AAAF-DD6BD96481A4}"/>
                </a:ext>
              </a:extLst>
            </p:cNvPr>
            <p:cNvSpPr/>
            <p:nvPr/>
          </p:nvSpPr>
          <p:spPr>
            <a:xfrm>
              <a:off x="3056336" y="3687421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CD1988F-4AAB-4C1E-BECD-7031F8F6F789}"/>
                </a:ext>
              </a:extLst>
            </p:cNvPr>
            <p:cNvSpPr/>
            <p:nvPr/>
          </p:nvSpPr>
          <p:spPr>
            <a:xfrm>
              <a:off x="2155972" y="4100127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F48EB99-8EBE-4E57-B3E2-EAB2ACE4F6FC}"/>
                </a:ext>
              </a:extLst>
            </p:cNvPr>
            <p:cNvSpPr/>
            <p:nvPr/>
          </p:nvSpPr>
          <p:spPr>
            <a:xfrm>
              <a:off x="2458296" y="4096867"/>
              <a:ext cx="208722" cy="2087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23F9CA7-6DE2-49A2-847D-6119E48F37A8}"/>
                </a:ext>
              </a:extLst>
            </p:cNvPr>
            <p:cNvSpPr/>
            <p:nvPr/>
          </p:nvSpPr>
          <p:spPr>
            <a:xfrm>
              <a:off x="2754012" y="4121278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9872D56-8A12-41E1-84D0-9153E74F029F}"/>
                </a:ext>
              </a:extLst>
            </p:cNvPr>
            <p:cNvSpPr/>
            <p:nvPr/>
          </p:nvSpPr>
          <p:spPr>
            <a:xfrm>
              <a:off x="3056336" y="4118018"/>
              <a:ext cx="208722" cy="20872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9BB071D-5D79-442B-BE97-3F946CB33060}"/>
                </a:ext>
              </a:extLst>
            </p:cNvPr>
            <p:cNvSpPr/>
            <p:nvPr/>
          </p:nvSpPr>
          <p:spPr>
            <a:xfrm>
              <a:off x="2089293" y="2256883"/>
              <a:ext cx="598040" cy="3399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81FD1C-542C-4E6D-B039-62789EA9046A}"/>
                </a:ext>
              </a:extLst>
            </p:cNvPr>
            <p:cNvSpPr/>
            <p:nvPr/>
          </p:nvSpPr>
          <p:spPr>
            <a:xfrm>
              <a:off x="2738647" y="2260198"/>
              <a:ext cx="598040" cy="3399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9C39A32-FB56-4EB0-807F-85F364AD7188}"/>
                    </a:ext>
                  </a:extLst>
                </p:cNvPr>
                <p:cNvSpPr txBox="1"/>
                <p:nvPr/>
              </p:nvSpPr>
              <p:spPr>
                <a:xfrm>
                  <a:off x="2150404" y="2002957"/>
                  <a:ext cx="5052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9C39A32-FB56-4EB0-807F-85F364AD7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0404" y="2002957"/>
                  <a:ext cx="505267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8434" r="-7229" b="-75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46733E7-9AA1-4703-91C6-38FE312E9582}"/>
                    </a:ext>
                  </a:extLst>
                </p:cNvPr>
                <p:cNvSpPr txBox="1"/>
                <p:nvPr/>
              </p:nvSpPr>
              <p:spPr>
                <a:xfrm>
                  <a:off x="2778389" y="2015056"/>
                  <a:ext cx="5052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46733E7-9AA1-4703-91C6-38FE312E9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8389" y="2015056"/>
                  <a:ext cx="505267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8434" r="-7229" b="-75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3985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0BAE-7DD3-43FB-8777-8A6FA461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CB71B-74AF-4E6C-B5A8-DEF6FBE5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230B8-D4CF-4E7C-80E5-04301FBB387B}"/>
              </a:ext>
            </a:extLst>
          </p:cNvPr>
          <p:cNvSpPr txBox="1"/>
          <p:nvPr/>
        </p:nvSpPr>
        <p:spPr>
          <a:xfrm>
            <a:off x="854766" y="1168254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How to implement rotation?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3C80C3-4587-4003-9ED8-A8BE81C59106}"/>
                  </a:ext>
                </a:extLst>
              </p:cNvPr>
              <p:cNvSpPr txBox="1"/>
              <p:nvPr/>
            </p:nvSpPr>
            <p:spPr>
              <a:xfrm>
                <a:off x="2939496" y="2354216"/>
                <a:ext cx="3908564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3C80C3-4587-4003-9ED8-A8BE81C59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496" y="2354216"/>
                <a:ext cx="3908564" cy="708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9030C1-590F-429C-9D4D-BC070E6E6ED4}"/>
                  </a:ext>
                </a:extLst>
              </p:cNvPr>
              <p:cNvSpPr txBox="1"/>
              <p:nvPr/>
            </p:nvSpPr>
            <p:spPr>
              <a:xfrm>
                <a:off x="7538830" y="2044035"/>
                <a:ext cx="3668760" cy="670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2(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=1,2, …, </m:t>
                          </m:r>
                          <m:f>
                            <m:fPr>
                              <m:type m:val="skw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9030C1-590F-429C-9D4D-BC070E6E6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830" y="2044035"/>
                <a:ext cx="3668760" cy="670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98784B-6687-492C-B6DF-09916D9EB6F6}"/>
                  </a:ext>
                </a:extLst>
              </p:cNvPr>
              <p:cNvSpPr txBox="1"/>
              <p:nvPr/>
            </p:nvSpPr>
            <p:spPr>
              <a:xfrm>
                <a:off x="2939496" y="1591541"/>
                <a:ext cx="2129461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98784B-6687-492C-B6DF-09916D9EB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496" y="1591541"/>
                <a:ext cx="2129461" cy="708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BB112F3-1BB2-4AC3-A02A-C90B4AC6B693}"/>
              </a:ext>
            </a:extLst>
          </p:cNvPr>
          <p:cNvSpPr txBox="1"/>
          <p:nvPr/>
        </p:nvSpPr>
        <p:spPr>
          <a:xfrm>
            <a:off x="854765" y="3244334"/>
            <a:ext cx="6324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How to implement rotation for more than two dimensions?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6D41F4-F337-4416-998D-48C1034B1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866" y="3788318"/>
            <a:ext cx="6950042" cy="1691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32DDDB-F304-4DAD-93D5-F83F785D61A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98056" y="5942569"/>
            <a:ext cx="4858837" cy="6102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470445-EB13-4FD9-81B2-4F5247B38834}"/>
              </a:ext>
            </a:extLst>
          </p:cNvPr>
          <p:cNvSpPr txBox="1"/>
          <p:nvPr/>
        </p:nvSpPr>
        <p:spPr>
          <a:xfrm>
            <a:off x="815333" y="5581492"/>
            <a:ext cx="3958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How to compute </a:t>
            </a:r>
            <a:r>
              <a:rPr lang="en-IN" dirty="0" err="1"/>
              <a:t>RoPE</a:t>
            </a:r>
            <a:r>
              <a:rPr lang="en-IN" dirty="0"/>
              <a:t> embedding?</a:t>
            </a:r>
          </a:p>
        </p:txBody>
      </p:sp>
    </p:spTree>
    <p:extLst>
      <p:ext uri="{BB962C8B-B14F-4D97-AF65-F5344CB8AC3E}">
        <p14:creationId xmlns:p14="http://schemas.microsoft.com/office/powerpoint/2010/main" val="305635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FA33-05D2-42E5-8C04-9A46B6CC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1C803-9CE6-459F-8706-13C36E6D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4625C-9C71-4CB0-A28F-A2117E07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86" y="2722212"/>
            <a:ext cx="7802429" cy="2555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E8EF09-9C7E-4BA6-A2ED-637D04BF85B0}"/>
              </a:ext>
            </a:extLst>
          </p:cNvPr>
          <p:cNvSpPr txBox="1"/>
          <p:nvPr/>
        </p:nvSpPr>
        <p:spPr>
          <a:xfrm>
            <a:off x="3190460" y="1145047"/>
            <a:ext cx="525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The original rotation matrix is sparse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3E6D5-4992-4750-BDA2-BF7CEDAC8E85}"/>
              </a:ext>
            </a:extLst>
          </p:cNvPr>
          <p:cNvSpPr txBox="1"/>
          <p:nvPr/>
        </p:nvSpPr>
        <p:spPr>
          <a:xfrm>
            <a:off x="3279912" y="1839519"/>
            <a:ext cx="5610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An efficient implementation of rotation</a:t>
            </a:r>
          </a:p>
        </p:txBody>
      </p:sp>
    </p:spTree>
    <p:extLst>
      <p:ext uri="{BB962C8B-B14F-4D97-AF65-F5344CB8AC3E}">
        <p14:creationId xmlns:p14="http://schemas.microsoft.com/office/powerpoint/2010/main" val="205162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E550-D156-4A33-99BC-6016FC4C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6D527-25BB-4E7B-9387-8C522B9D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95BCC-AA97-418E-A7F9-CEF99B52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0" y="1123987"/>
            <a:ext cx="9693480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8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8292-3D70-4BDB-B705-32386336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62953-B7FF-4B76-A041-2E25B368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C491D-7E44-4843-98D9-5DE50D08E9C1}"/>
              </a:ext>
            </a:extLst>
          </p:cNvPr>
          <p:cNvSpPr txBox="1"/>
          <p:nvPr/>
        </p:nvSpPr>
        <p:spPr>
          <a:xfrm>
            <a:off x="854766" y="1049250"/>
            <a:ext cx="5556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How does self attention look like now?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10B881-F969-4595-A9FA-9E13CFFBBD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77692" y="1549851"/>
            <a:ext cx="8060909" cy="517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336C05-54A8-49C9-81C4-455D4F869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08" y="2146673"/>
            <a:ext cx="2415749" cy="3581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7C6A15-4D4A-49AD-B3AC-C3267C335725}"/>
              </a:ext>
            </a:extLst>
          </p:cNvPr>
          <p:cNvSpPr txBox="1"/>
          <p:nvPr/>
        </p:nvSpPr>
        <p:spPr>
          <a:xfrm>
            <a:off x="727499" y="2561225"/>
            <a:ext cx="11015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</a:rPr>
              <a:t>The self attention implicitly captures the relative distance between two tokens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96A304-0E97-4BA6-BC7D-8F7FDFA233C0}"/>
                  </a:ext>
                </a:extLst>
              </p:cNvPr>
              <p:cNvSpPr txBox="1"/>
              <p:nvPr/>
            </p:nvSpPr>
            <p:spPr>
              <a:xfrm>
                <a:off x="6420830" y="3737011"/>
                <a:ext cx="556658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angle of rotation increases with position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Difference in angles increases with difference</a:t>
                </a:r>
              </a:p>
              <a:p>
                <a:r>
                  <a:rPr lang="en-IN" dirty="0"/>
                  <a:t>     in positions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Closer tokens have similar </a:t>
                </a:r>
                <a:r>
                  <a:rPr lang="en-IN" dirty="0" err="1"/>
                  <a:t>pos</a:t>
                </a:r>
                <a:r>
                  <a:rPr lang="en-IN" dirty="0"/>
                  <a:t> encodings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Further tokens have different </a:t>
                </a:r>
                <a:r>
                  <a:rPr lang="en-IN" dirty="0" err="1"/>
                  <a:t>pos</a:t>
                </a:r>
                <a:r>
                  <a:rPr lang="en-IN" dirty="0"/>
                  <a:t> encodings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angle or ration decreases with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Similar to decrease in frequency of sin and</a:t>
                </a:r>
              </a:p>
              <a:p>
                <a:pPr lvl="1"/>
                <a:r>
                  <a:rPr lang="en-IN" dirty="0"/>
                  <a:t>     cos function in sinusoidal positional enc.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96A304-0E97-4BA6-BC7D-8F7FDFA23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830" y="3737011"/>
                <a:ext cx="5566588" cy="2308324"/>
              </a:xfrm>
              <a:prstGeom prst="rect">
                <a:avLst/>
              </a:prstGeom>
              <a:blipFill>
                <a:blip r:embed="rId7"/>
                <a:stretch>
                  <a:fillRect l="-657" t="-1055" r="-329" b="-34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9504534-4746-4D37-B391-4178E077012A}"/>
              </a:ext>
            </a:extLst>
          </p:cNvPr>
          <p:cNvGrpSpPr/>
          <p:nvPr/>
        </p:nvGrpSpPr>
        <p:grpSpPr>
          <a:xfrm>
            <a:off x="117899" y="3057941"/>
            <a:ext cx="5664956" cy="3596346"/>
            <a:chOff x="117899" y="3057941"/>
            <a:chExt cx="5664956" cy="359634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C02DF7C-7911-440E-A886-7EADC8CDE3F3}"/>
                </a:ext>
              </a:extLst>
            </p:cNvPr>
            <p:cNvSpPr/>
            <p:nvPr/>
          </p:nvSpPr>
          <p:spPr>
            <a:xfrm>
              <a:off x="2504661" y="3796748"/>
              <a:ext cx="308113" cy="30811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EAE3BB-FE2B-464D-809E-D9A5E9223512}"/>
                </a:ext>
              </a:extLst>
            </p:cNvPr>
            <p:cNvSpPr/>
            <p:nvPr/>
          </p:nvSpPr>
          <p:spPr>
            <a:xfrm>
              <a:off x="3003124" y="3768288"/>
              <a:ext cx="388369" cy="38836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A65FA47-F4A4-4B82-A6BF-3446F823B6B9}"/>
                </a:ext>
              </a:extLst>
            </p:cNvPr>
            <p:cNvSpPr/>
            <p:nvPr/>
          </p:nvSpPr>
          <p:spPr>
            <a:xfrm>
              <a:off x="3618446" y="3730852"/>
              <a:ext cx="472518" cy="47251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9BC9785-6CD7-47C7-BC0B-85E698FBB0DC}"/>
                </a:ext>
              </a:extLst>
            </p:cNvPr>
            <p:cNvSpPr/>
            <p:nvPr/>
          </p:nvSpPr>
          <p:spPr>
            <a:xfrm>
              <a:off x="4361020" y="3688324"/>
              <a:ext cx="551306" cy="5513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A900E8-151C-41EC-9D62-F90E1BC8E98D}"/>
                </a:ext>
              </a:extLst>
            </p:cNvPr>
            <p:cNvSpPr/>
            <p:nvPr/>
          </p:nvSpPr>
          <p:spPr>
            <a:xfrm>
              <a:off x="5139253" y="3677527"/>
              <a:ext cx="643602" cy="64360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7CCDA30-2764-40AB-BBA1-A56D60E45604}"/>
                </a:ext>
              </a:extLst>
            </p:cNvPr>
            <p:cNvSpPr/>
            <p:nvPr/>
          </p:nvSpPr>
          <p:spPr>
            <a:xfrm>
              <a:off x="2504661" y="4644251"/>
              <a:ext cx="243265" cy="24326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320809-1AE6-46F1-9FFC-2AEA2FDD258D}"/>
                </a:ext>
              </a:extLst>
            </p:cNvPr>
            <p:cNvSpPr/>
            <p:nvPr/>
          </p:nvSpPr>
          <p:spPr>
            <a:xfrm>
              <a:off x="3013064" y="4625279"/>
              <a:ext cx="283019" cy="28301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41AE618-969F-4530-8FD7-7E271731E22E}"/>
                </a:ext>
              </a:extLst>
            </p:cNvPr>
            <p:cNvSpPr/>
            <p:nvPr/>
          </p:nvSpPr>
          <p:spPr>
            <a:xfrm>
              <a:off x="3652027" y="4586588"/>
              <a:ext cx="347734" cy="34773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A3AFC2-4BF4-4746-8285-441D16DB8947}"/>
                </a:ext>
              </a:extLst>
            </p:cNvPr>
            <p:cNvSpPr/>
            <p:nvPr/>
          </p:nvSpPr>
          <p:spPr>
            <a:xfrm>
              <a:off x="4402584" y="4560564"/>
              <a:ext cx="411176" cy="41117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A9EE2AD-46BA-457D-B688-69629D224406}"/>
                </a:ext>
              </a:extLst>
            </p:cNvPr>
            <p:cNvSpPr/>
            <p:nvPr/>
          </p:nvSpPr>
          <p:spPr>
            <a:xfrm>
              <a:off x="5180817" y="4544513"/>
              <a:ext cx="523580" cy="52358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95427CF-B7B6-4819-9F95-E9ADC6B8AE6B}"/>
                </a:ext>
              </a:extLst>
            </p:cNvPr>
            <p:cNvSpPr/>
            <p:nvPr/>
          </p:nvSpPr>
          <p:spPr>
            <a:xfrm>
              <a:off x="3031820" y="5397780"/>
              <a:ext cx="206920" cy="20692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B280370-2D7A-41CA-983E-1D001864F4BB}"/>
                </a:ext>
              </a:extLst>
            </p:cNvPr>
            <p:cNvSpPr/>
            <p:nvPr/>
          </p:nvSpPr>
          <p:spPr>
            <a:xfrm>
              <a:off x="3670401" y="5369495"/>
              <a:ext cx="255737" cy="25573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9C899A0-384C-4F80-8A5B-9288A759E8C8}"/>
                </a:ext>
              </a:extLst>
            </p:cNvPr>
            <p:cNvSpPr/>
            <p:nvPr/>
          </p:nvSpPr>
          <p:spPr>
            <a:xfrm>
              <a:off x="4439527" y="5329470"/>
              <a:ext cx="316508" cy="31650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670F708-8937-48F7-AE2E-A87BCCE31655}"/>
                </a:ext>
              </a:extLst>
            </p:cNvPr>
            <p:cNvSpPr/>
            <p:nvPr/>
          </p:nvSpPr>
          <p:spPr>
            <a:xfrm>
              <a:off x="5286081" y="5320440"/>
              <a:ext cx="356711" cy="35671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60439B0-8A59-434C-BA72-32D840B3312A}"/>
                </a:ext>
              </a:extLst>
            </p:cNvPr>
            <p:cNvSpPr/>
            <p:nvPr/>
          </p:nvSpPr>
          <p:spPr>
            <a:xfrm>
              <a:off x="4487587" y="6004945"/>
              <a:ext cx="227718" cy="22771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A4A7864-DEFD-4F24-B2F9-9066AF6A201D}"/>
                </a:ext>
              </a:extLst>
            </p:cNvPr>
            <p:cNvSpPr/>
            <p:nvPr/>
          </p:nvSpPr>
          <p:spPr>
            <a:xfrm>
              <a:off x="5311690" y="5988121"/>
              <a:ext cx="275715" cy="2757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9A567B-2B47-4F61-A902-D5D4F742F301}"/>
                </a:ext>
              </a:extLst>
            </p:cNvPr>
            <p:cNvSpPr/>
            <p:nvPr/>
          </p:nvSpPr>
          <p:spPr>
            <a:xfrm>
              <a:off x="2513744" y="5440069"/>
              <a:ext cx="164630" cy="16463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B5F1E7E-7353-4018-BD8D-9452303314B8}"/>
                </a:ext>
              </a:extLst>
            </p:cNvPr>
            <p:cNvSpPr/>
            <p:nvPr/>
          </p:nvSpPr>
          <p:spPr>
            <a:xfrm>
              <a:off x="2538569" y="6088002"/>
              <a:ext cx="82315" cy="823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97FC656-0263-4EC9-92D9-104FE75F75C4}"/>
                </a:ext>
              </a:extLst>
            </p:cNvPr>
            <p:cNvSpPr/>
            <p:nvPr/>
          </p:nvSpPr>
          <p:spPr>
            <a:xfrm>
              <a:off x="3065158" y="6067120"/>
              <a:ext cx="123979" cy="12397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03D7CC9-4015-4F29-97C7-D49EEC07F63B}"/>
                </a:ext>
              </a:extLst>
            </p:cNvPr>
            <p:cNvSpPr/>
            <p:nvPr/>
          </p:nvSpPr>
          <p:spPr>
            <a:xfrm flipH="1">
              <a:off x="3696014" y="6068292"/>
              <a:ext cx="164372" cy="16437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8C578C1-CCDE-42EF-94A4-3FCBAA007624}"/>
                </a:ext>
              </a:extLst>
            </p:cNvPr>
            <p:cNvCxnSpPr/>
            <p:nvPr/>
          </p:nvCxnSpPr>
          <p:spPr>
            <a:xfrm>
              <a:off x="2236107" y="3399181"/>
              <a:ext cx="17795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F088AE-F329-497B-B08F-7F4BDA967399}"/>
                </a:ext>
              </a:extLst>
            </p:cNvPr>
            <p:cNvCxnSpPr>
              <a:cxnSpLocks/>
            </p:cNvCxnSpPr>
            <p:nvPr/>
          </p:nvCxnSpPr>
          <p:spPr>
            <a:xfrm>
              <a:off x="1827889" y="3800059"/>
              <a:ext cx="0" cy="1191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850F77D-3631-4206-B614-E57D35288F2A}"/>
                    </a:ext>
                  </a:extLst>
                </p:cNvPr>
                <p:cNvSpPr txBox="1"/>
                <p:nvPr/>
              </p:nvSpPr>
              <p:spPr>
                <a:xfrm>
                  <a:off x="117899" y="3057941"/>
                  <a:ext cx="2118208" cy="5713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−1)/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850F77D-3631-4206-B614-E57D35288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9" y="3057941"/>
                  <a:ext cx="2118208" cy="5713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5394C1F-95AC-42B0-BEE1-A72BD3DAF8AF}"/>
                    </a:ext>
                  </a:extLst>
                </p:cNvPr>
                <p:cNvSpPr txBox="1"/>
                <p:nvPr/>
              </p:nvSpPr>
              <p:spPr>
                <a:xfrm>
                  <a:off x="2865858" y="3100244"/>
                  <a:ext cx="2556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5394C1F-95AC-42B0-BEE1-A72BD3DAF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858" y="3100244"/>
                  <a:ext cx="25564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1905" r="-11905" b="-222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4ACBDBD-ABD7-466F-B08D-BFFB5A39DBD2}"/>
                    </a:ext>
                  </a:extLst>
                </p:cNvPr>
                <p:cNvSpPr txBox="1"/>
                <p:nvPr/>
              </p:nvSpPr>
              <p:spPr>
                <a:xfrm>
                  <a:off x="1529788" y="4154557"/>
                  <a:ext cx="1387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4ACBDBD-ABD7-466F-B08D-BFFB5A39D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9788" y="4154557"/>
                  <a:ext cx="13875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39130" r="-34783" b="-1111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9772770-E11F-48B0-A1A3-3A2FA92FBFF5}"/>
                </a:ext>
              </a:extLst>
            </p:cNvPr>
            <p:cNvSpPr/>
            <p:nvPr/>
          </p:nvSpPr>
          <p:spPr>
            <a:xfrm>
              <a:off x="2535104" y="6520959"/>
              <a:ext cx="82315" cy="823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122D5E3-BA21-4CDB-AF3E-6E6D86424C38}"/>
                </a:ext>
              </a:extLst>
            </p:cNvPr>
            <p:cNvSpPr/>
            <p:nvPr/>
          </p:nvSpPr>
          <p:spPr>
            <a:xfrm>
              <a:off x="3061580" y="6517494"/>
              <a:ext cx="82315" cy="823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259C068-F2F7-4BBB-92A9-05643C7F8DA5}"/>
                </a:ext>
              </a:extLst>
            </p:cNvPr>
            <p:cNvSpPr/>
            <p:nvPr/>
          </p:nvSpPr>
          <p:spPr>
            <a:xfrm>
              <a:off x="3743921" y="6514029"/>
              <a:ext cx="82315" cy="823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00C036D-1593-4746-BF44-14005C99AF97}"/>
                </a:ext>
              </a:extLst>
            </p:cNvPr>
            <p:cNvSpPr/>
            <p:nvPr/>
          </p:nvSpPr>
          <p:spPr>
            <a:xfrm>
              <a:off x="4526813" y="6489686"/>
              <a:ext cx="123979" cy="12397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64190E-44D7-44BF-AE0F-7D05280C8017}"/>
                </a:ext>
              </a:extLst>
            </p:cNvPr>
            <p:cNvSpPr/>
            <p:nvPr/>
          </p:nvSpPr>
          <p:spPr>
            <a:xfrm flipH="1">
              <a:off x="5382250" y="6489915"/>
              <a:ext cx="164372" cy="16437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3009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8746-2949-43D8-88ED-78461864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Rotary 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C6475-A91D-47B1-A426-C8C6CCE3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60E5AB-4694-43C7-AF71-B4CE6A9B2486}"/>
              </a:ext>
            </a:extLst>
          </p:cNvPr>
          <p:cNvSpPr/>
          <p:nvPr/>
        </p:nvSpPr>
        <p:spPr>
          <a:xfrm>
            <a:off x="1525656" y="1994362"/>
            <a:ext cx="308113" cy="30811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F71477-B1FC-4484-9CBB-55634F05834B}"/>
              </a:ext>
            </a:extLst>
          </p:cNvPr>
          <p:cNvSpPr/>
          <p:nvPr/>
        </p:nvSpPr>
        <p:spPr>
          <a:xfrm>
            <a:off x="2024119" y="1965902"/>
            <a:ext cx="388369" cy="38836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FB97BA-286B-44E0-AE43-4A43E8063FC6}"/>
              </a:ext>
            </a:extLst>
          </p:cNvPr>
          <p:cNvSpPr/>
          <p:nvPr/>
        </p:nvSpPr>
        <p:spPr>
          <a:xfrm>
            <a:off x="2639441" y="1928466"/>
            <a:ext cx="472518" cy="47251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7D03EB-79AD-4D8B-8859-A27D9C53C0C8}"/>
              </a:ext>
            </a:extLst>
          </p:cNvPr>
          <p:cNvSpPr/>
          <p:nvPr/>
        </p:nvSpPr>
        <p:spPr>
          <a:xfrm>
            <a:off x="3382015" y="1885938"/>
            <a:ext cx="551306" cy="5513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5AB12B-A7B8-402E-A878-FA34B6E01D88}"/>
              </a:ext>
            </a:extLst>
          </p:cNvPr>
          <p:cNvSpPr/>
          <p:nvPr/>
        </p:nvSpPr>
        <p:spPr>
          <a:xfrm>
            <a:off x="4160248" y="1875141"/>
            <a:ext cx="643602" cy="64360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EB4EB7-C10D-4C52-AFA2-60DA84D189BC}"/>
              </a:ext>
            </a:extLst>
          </p:cNvPr>
          <p:cNvSpPr/>
          <p:nvPr/>
        </p:nvSpPr>
        <p:spPr>
          <a:xfrm>
            <a:off x="1525656" y="2841865"/>
            <a:ext cx="243265" cy="24326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AD46AA-8762-456E-85C8-7D8A59FCF58B}"/>
              </a:ext>
            </a:extLst>
          </p:cNvPr>
          <p:cNvSpPr/>
          <p:nvPr/>
        </p:nvSpPr>
        <p:spPr>
          <a:xfrm>
            <a:off x="2034059" y="2822893"/>
            <a:ext cx="283019" cy="28301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083EB94-D674-47B3-BA22-B1098D08D048}"/>
              </a:ext>
            </a:extLst>
          </p:cNvPr>
          <p:cNvSpPr/>
          <p:nvPr/>
        </p:nvSpPr>
        <p:spPr>
          <a:xfrm>
            <a:off x="2673022" y="2784202"/>
            <a:ext cx="347734" cy="3477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97A399-3B8B-4C3A-9C8C-7DDEF63E8C20}"/>
              </a:ext>
            </a:extLst>
          </p:cNvPr>
          <p:cNvSpPr/>
          <p:nvPr/>
        </p:nvSpPr>
        <p:spPr>
          <a:xfrm>
            <a:off x="3423579" y="2758178"/>
            <a:ext cx="411176" cy="41117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599DF0-60D8-484E-8E85-1841328A0445}"/>
              </a:ext>
            </a:extLst>
          </p:cNvPr>
          <p:cNvSpPr/>
          <p:nvPr/>
        </p:nvSpPr>
        <p:spPr>
          <a:xfrm>
            <a:off x="4201812" y="2742127"/>
            <a:ext cx="523580" cy="52358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415339-3196-4CBF-88E3-1AAF2FE061D6}"/>
              </a:ext>
            </a:extLst>
          </p:cNvPr>
          <p:cNvSpPr/>
          <p:nvPr/>
        </p:nvSpPr>
        <p:spPr>
          <a:xfrm>
            <a:off x="2052815" y="3595394"/>
            <a:ext cx="206920" cy="20692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74B2B6-19E9-4E70-A7ED-A5EDAEFBCDDE}"/>
              </a:ext>
            </a:extLst>
          </p:cNvPr>
          <p:cNvSpPr/>
          <p:nvPr/>
        </p:nvSpPr>
        <p:spPr>
          <a:xfrm>
            <a:off x="2691396" y="3567109"/>
            <a:ext cx="255737" cy="25573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5307B4-1FB9-40D0-BB0A-08B2216A2114}"/>
              </a:ext>
            </a:extLst>
          </p:cNvPr>
          <p:cNvSpPr/>
          <p:nvPr/>
        </p:nvSpPr>
        <p:spPr>
          <a:xfrm>
            <a:off x="3460522" y="3527084"/>
            <a:ext cx="316508" cy="31650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B7FB54-D517-4229-A896-BF3DDE520B34}"/>
              </a:ext>
            </a:extLst>
          </p:cNvPr>
          <p:cNvSpPr/>
          <p:nvPr/>
        </p:nvSpPr>
        <p:spPr>
          <a:xfrm>
            <a:off x="4307076" y="3518054"/>
            <a:ext cx="356711" cy="35671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11116A-39D9-4441-B669-0DE51DE8879F}"/>
              </a:ext>
            </a:extLst>
          </p:cNvPr>
          <p:cNvSpPr/>
          <p:nvPr/>
        </p:nvSpPr>
        <p:spPr>
          <a:xfrm>
            <a:off x="3508582" y="4202559"/>
            <a:ext cx="227718" cy="22771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3B8B7C-35B9-4386-9293-E377AA8D1F83}"/>
              </a:ext>
            </a:extLst>
          </p:cNvPr>
          <p:cNvSpPr/>
          <p:nvPr/>
        </p:nvSpPr>
        <p:spPr>
          <a:xfrm>
            <a:off x="4332685" y="4185735"/>
            <a:ext cx="275715" cy="2757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537585-4D0C-4AB3-9EE2-AA277E17DAB1}"/>
              </a:ext>
            </a:extLst>
          </p:cNvPr>
          <p:cNvSpPr/>
          <p:nvPr/>
        </p:nvSpPr>
        <p:spPr>
          <a:xfrm>
            <a:off x="1534739" y="3637683"/>
            <a:ext cx="164630" cy="16463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1D2627-1131-4FCA-9075-49B720170538}"/>
              </a:ext>
            </a:extLst>
          </p:cNvPr>
          <p:cNvSpPr/>
          <p:nvPr/>
        </p:nvSpPr>
        <p:spPr>
          <a:xfrm>
            <a:off x="1559564" y="4285616"/>
            <a:ext cx="82315" cy="823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8D4CEE-29F2-4D42-B8E2-E71D0DBF302D}"/>
              </a:ext>
            </a:extLst>
          </p:cNvPr>
          <p:cNvSpPr/>
          <p:nvPr/>
        </p:nvSpPr>
        <p:spPr>
          <a:xfrm>
            <a:off x="2086153" y="4264734"/>
            <a:ext cx="123979" cy="12397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471F3B-7D52-41E4-BD2C-019D4C6B4B18}"/>
              </a:ext>
            </a:extLst>
          </p:cNvPr>
          <p:cNvSpPr/>
          <p:nvPr/>
        </p:nvSpPr>
        <p:spPr>
          <a:xfrm flipH="1">
            <a:off x="2717009" y="4265906"/>
            <a:ext cx="164372" cy="16437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EC8164-EAFB-4A74-906D-5288457A4E9C}"/>
              </a:ext>
            </a:extLst>
          </p:cNvPr>
          <p:cNvCxnSpPr/>
          <p:nvPr/>
        </p:nvCxnSpPr>
        <p:spPr>
          <a:xfrm>
            <a:off x="1257102" y="1596795"/>
            <a:ext cx="1779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8714B1-2563-457C-A793-E96B9A9E4FB7}"/>
              </a:ext>
            </a:extLst>
          </p:cNvPr>
          <p:cNvCxnSpPr>
            <a:cxnSpLocks/>
          </p:cNvCxnSpPr>
          <p:nvPr/>
        </p:nvCxnSpPr>
        <p:spPr>
          <a:xfrm>
            <a:off x="848884" y="1997673"/>
            <a:ext cx="0" cy="1191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531896-B1B1-40A2-9EE5-B0354466EE00}"/>
                  </a:ext>
                </a:extLst>
              </p:cNvPr>
              <p:cNvSpPr txBox="1"/>
              <p:nvPr/>
            </p:nvSpPr>
            <p:spPr>
              <a:xfrm>
                <a:off x="1886853" y="1297858"/>
                <a:ext cx="2556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531896-B1B1-40A2-9EE5-B0354466E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853" y="1297858"/>
                <a:ext cx="255647" cy="276999"/>
              </a:xfrm>
              <a:prstGeom prst="rect">
                <a:avLst/>
              </a:prstGeom>
              <a:blipFill>
                <a:blip r:embed="rId2"/>
                <a:stretch>
                  <a:fillRect l="-12195" r="-14634"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10D3C1-5313-466E-9725-39661E44E750}"/>
                  </a:ext>
                </a:extLst>
              </p:cNvPr>
              <p:cNvSpPr txBox="1"/>
              <p:nvPr/>
            </p:nvSpPr>
            <p:spPr>
              <a:xfrm>
                <a:off x="550783" y="2352171"/>
                <a:ext cx="1387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10D3C1-5313-466E-9725-39661E44E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83" y="2352171"/>
                <a:ext cx="138756" cy="276999"/>
              </a:xfrm>
              <a:prstGeom prst="rect">
                <a:avLst/>
              </a:prstGeom>
              <a:blipFill>
                <a:blip r:embed="rId3"/>
                <a:stretch>
                  <a:fillRect l="-39130" r="-34783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3C82B0E4-B66A-43A8-92A7-D1C5D916F9B9}"/>
              </a:ext>
            </a:extLst>
          </p:cNvPr>
          <p:cNvSpPr/>
          <p:nvPr/>
        </p:nvSpPr>
        <p:spPr>
          <a:xfrm>
            <a:off x="1556099" y="4718573"/>
            <a:ext cx="82315" cy="823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2591F1-1C85-4C80-8A07-CC32F23FF2C9}"/>
              </a:ext>
            </a:extLst>
          </p:cNvPr>
          <p:cNvSpPr/>
          <p:nvPr/>
        </p:nvSpPr>
        <p:spPr>
          <a:xfrm>
            <a:off x="2082575" y="4715108"/>
            <a:ext cx="82315" cy="823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FEC21A-2BCB-46BE-9507-3326194134F9}"/>
              </a:ext>
            </a:extLst>
          </p:cNvPr>
          <p:cNvSpPr/>
          <p:nvPr/>
        </p:nvSpPr>
        <p:spPr>
          <a:xfrm>
            <a:off x="2764916" y="4711643"/>
            <a:ext cx="82315" cy="823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347D201-ACF0-45F9-9729-7A6A2CC5918C}"/>
              </a:ext>
            </a:extLst>
          </p:cNvPr>
          <p:cNvSpPr/>
          <p:nvPr/>
        </p:nvSpPr>
        <p:spPr>
          <a:xfrm>
            <a:off x="3547808" y="4687300"/>
            <a:ext cx="123979" cy="12397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737CFA-4B0C-483D-A7CA-74B7491C80C5}"/>
              </a:ext>
            </a:extLst>
          </p:cNvPr>
          <p:cNvSpPr/>
          <p:nvPr/>
        </p:nvSpPr>
        <p:spPr>
          <a:xfrm flipH="1">
            <a:off x="4403245" y="4687529"/>
            <a:ext cx="164372" cy="16437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095738C-DA48-49DB-A7A5-1268D5B0D856}"/>
                  </a:ext>
                </a:extLst>
              </p:cNvPr>
              <p:cNvSpPr txBox="1"/>
              <p:nvPr/>
            </p:nvSpPr>
            <p:spPr>
              <a:xfrm>
                <a:off x="5467268" y="1845324"/>
                <a:ext cx="66078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</a:rPr>
                  <a:t>Lower index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rgbClr val="0070C0"/>
                    </a:solidFill>
                  </a:rPr>
                  <a:t>) captures minute local changes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095738C-DA48-49DB-A7A5-1268D5B0D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68" y="1845324"/>
                <a:ext cx="6607899" cy="461665"/>
              </a:xfrm>
              <a:prstGeom prst="rect">
                <a:avLst/>
              </a:prstGeom>
              <a:blipFill>
                <a:blip r:embed="rId4"/>
                <a:stretch>
                  <a:fillRect l="-1476" t="-9333" r="-461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9AF4915-AA13-46DF-9951-71B7D81AA57F}"/>
              </a:ext>
            </a:extLst>
          </p:cNvPr>
          <p:cNvSpPr txBox="1"/>
          <p:nvPr/>
        </p:nvSpPr>
        <p:spPr>
          <a:xfrm>
            <a:off x="6469056" y="2557461"/>
            <a:ext cx="2767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 </a:t>
            </a:r>
            <a:r>
              <a:rPr lang="en-IN" sz="2000" dirty="0">
                <a:solidFill>
                  <a:srgbClr val="C00000"/>
                </a:solidFill>
              </a:rPr>
              <a:t>just told her</a:t>
            </a:r>
            <a:r>
              <a:rPr lang="en-IN" sz="2000" dirty="0"/>
              <a:t> the truth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7BEE1C-E8A6-4FFF-BBDD-154CF84A3FF1}"/>
              </a:ext>
            </a:extLst>
          </p:cNvPr>
          <p:cNvSpPr txBox="1"/>
          <p:nvPr/>
        </p:nvSpPr>
        <p:spPr>
          <a:xfrm>
            <a:off x="6469056" y="3052465"/>
            <a:ext cx="2767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 </a:t>
            </a:r>
            <a:r>
              <a:rPr lang="en-IN" sz="2000" dirty="0">
                <a:solidFill>
                  <a:srgbClr val="C00000"/>
                </a:solidFill>
              </a:rPr>
              <a:t>told just her</a:t>
            </a:r>
            <a:r>
              <a:rPr lang="en-IN" sz="2000" dirty="0"/>
              <a:t> the truth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64DAEA-7CB3-4585-8589-EBCAC5FAB1D3}"/>
                  </a:ext>
                </a:extLst>
              </p:cNvPr>
              <p:cNvSpPr txBox="1"/>
              <p:nvPr/>
            </p:nvSpPr>
            <p:spPr>
              <a:xfrm>
                <a:off x="5467268" y="3663375"/>
                <a:ext cx="62495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</a:rPr>
                  <a:t>Higher index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rgbClr val="0070C0"/>
                    </a:solidFill>
                  </a:rPr>
                  <a:t>) captures long dependence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64DAEA-7CB3-4585-8589-EBCAC5FAB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68" y="3663375"/>
                <a:ext cx="6249596" cy="461665"/>
              </a:xfrm>
              <a:prstGeom prst="rect">
                <a:avLst/>
              </a:prstGeom>
              <a:blipFill>
                <a:blip r:embed="rId5"/>
                <a:stretch>
                  <a:fillRect l="-1561" t="-9211" r="-683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1CE2DEE-D353-4761-AECC-477F96B93308}"/>
              </a:ext>
            </a:extLst>
          </p:cNvPr>
          <p:cNvSpPr txBox="1"/>
          <p:nvPr/>
        </p:nvSpPr>
        <p:spPr>
          <a:xfrm>
            <a:off x="6440583" y="4215794"/>
            <a:ext cx="51553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Einstein</a:t>
            </a:r>
            <a:r>
              <a:rPr lang="en-IN" sz="2000" dirty="0"/>
              <a:t> developed the theory of relativity. </a:t>
            </a:r>
          </a:p>
          <a:p>
            <a:r>
              <a:rPr lang="en-IN" sz="2000" dirty="0"/>
              <a:t>Through this breakthrough physics was </a:t>
            </a:r>
          </a:p>
          <a:p>
            <a:r>
              <a:rPr lang="en-IN" sz="2000" dirty="0"/>
              <a:t>redefined by </a:t>
            </a:r>
            <a:r>
              <a:rPr lang="en-IN" sz="2000" dirty="0">
                <a:solidFill>
                  <a:srgbClr val="C00000"/>
                </a:solidFill>
              </a:rPr>
              <a:t>him</a:t>
            </a:r>
            <a:r>
              <a:rPr lang="en-IN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975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0D21-951C-4617-B448-0D3F365D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of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F62E-68D6-4FB1-9D09-399A9F696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Sinusoidal Positional Encoding</a:t>
            </a:r>
          </a:p>
          <a:p>
            <a:pPr lvl="1"/>
            <a:r>
              <a:rPr lang="en-IN" dirty="0"/>
              <a:t>BERT, T5, </a:t>
            </a:r>
          </a:p>
          <a:p>
            <a:r>
              <a:rPr lang="en-IN" dirty="0" err="1"/>
              <a:t>RoPE</a:t>
            </a:r>
            <a:r>
              <a:rPr lang="en-IN" dirty="0"/>
              <a:t> is state of the art</a:t>
            </a:r>
          </a:p>
          <a:p>
            <a:pPr lvl="1"/>
            <a:r>
              <a:rPr lang="en-IN" dirty="0" err="1"/>
              <a:t>DeepSeek</a:t>
            </a:r>
            <a:r>
              <a:rPr lang="en-IN" dirty="0"/>
              <a:t>, GPT-4o (?), GPT-Neo, GPT-J, </a:t>
            </a:r>
            <a:r>
              <a:rPr lang="en-IN" dirty="0" err="1"/>
              <a:t>LLaMA</a:t>
            </a:r>
            <a:r>
              <a:rPr lang="en-IN" dirty="0"/>
              <a:t>, LLaMA-2, LLaMA-3, Claude (?), Falcon</a:t>
            </a:r>
          </a:p>
          <a:p>
            <a:r>
              <a:rPr lang="en-IN" dirty="0"/>
              <a:t>Learned Positional Encoding</a:t>
            </a:r>
          </a:p>
          <a:p>
            <a:pPr lvl="1"/>
            <a:r>
              <a:rPr lang="en-IN" dirty="0"/>
              <a:t>GPT-2</a:t>
            </a:r>
          </a:p>
          <a:p>
            <a:r>
              <a:rPr lang="en-IN" dirty="0"/>
              <a:t>No positional encoding (</a:t>
            </a:r>
            <a:r>
              <a:rPr lang="en-IN" dirty="0" err="1"/>
              <a:t>NoPE</a:t>
            </a:r>
            <a:r>
              <a:rPr lang="en-IN" dirty="0"/>
              <a:t>)</a:t>
            </a:r>
          </a:p>
          <a:p>
            <a:r>
              <a:rPr lang="en-IN" dirty="0"/>
              <a:t>Interleaved </a:t>
            </a:r>
            <a:r>
              <a:rPr lang="en-IN" dirty="0" err="1"/>
              <a:t>RoPE</a:t>
            </a:r>
            <a:r>
              <a:rPr lang="en-IN" dirty="0"/>
              <a:t> (</a:t>
            </a:r>
            <a:r>
              <a:rPr lang="en-IN" dirty="0" err="1"/>
              <a:t>iRoPE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Interleave between </a:t>
            </a:r>
            <a:r>
              <a:rPr lang="en-IN" dirty="0" err="1"/>
              <a:t>RoPE</a:t>
            </a:r>
            <a:r>
              <a:rPr lang="en-IN" dirty="0"/>
              <a:t> and </a:t>
            </a:r>
            <a:r>
              <a:rPr lang="en-IN" dirty="0" err="1"/>
              <a:t>NoPE</a:t>
            </a:r>
            <a:r>
              <a:rPr lang="en-IN" dirty="0"/>
              <a:t> layers</a:t>
            </a:r>
          </a:p>
          <a:p>
            <a:pPr lvl="1"/>
            <a:r>
              <a:rPr lang="en-IN" dirty="0">
                <a:hlinkClick r:id="rId2"/>
              </a:rPr>
              <a:t>https://deerajmanjaray.medium.com/llama-4s-approach-to-positional-information-0eb736179e5f</a:t>
            </a: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4016D-A67E-46E9-86D4-9E716AE4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6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00FE6-D683-4ACF-BBAC-A2B7178E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EDEDB6-CE12-4E82-9C49-0D85050C46D3}"/>
              </a:ext>
            </a:extLst>
          </p:cNvPr>
          <p:cNvSpPr txBox="1">
            <a:spLocks/>
          </p:cNvSpPr>
          <p:nvPr/>
        </p:nvSpPr>
        <p:spPr>
          <a:xfrm>
            <a:off x="1659836" y="1096965"/>
            <a:ext cx="8567530" cy="20856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Transformers: Advanced Topics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CC8492-016C-4880-ADAD-ABB8A60470DB}"/>
              </a:ext>
            </a:extLst>
          </p:cNvPr>
          <p:cNvSpPr txBox="1">
            <a:spLocks/>
          </p:cNvSpPr>
          <p:nvPr/>
        </p:nvSpPr>
        <p:spPr>
          <a:xfrm>
            <a:off x="1812236" y="1249365"/>
            <a:ext cx="8567530" cy="20856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Transformers: Advanced Topics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108D4-1FAC-4C81-A544-8707FB1A51BF}"/>
              </a:ext>
            </a:extLst>
          </p:cNvPr>
          <p:cNvSpPr txBox="1"/>
          <p:nvPr/>
        </p:nvSpPr>
        <p:spPr>
          <a:xfrm>
            <a:off x="2740718" y="2919562"/>
            <a:ext cx="71122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Different Attention Models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18E57-1F02-4D4E-85F3-E05D7862E8C1}"/>
              </a:ext>
            </a:extLst>
          </p:cNvPr>
          <p:cNvSpPr txBox="1"/>
          <p:nvPr/>
        </p:nvSpPr>
        <p:spPr>
          <a:xfrm>
            <a:off x="4702509" y="3750559"/>
            <a:ext cx="278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(Making inference faster)</a:t>
            </a:r>
          </a:p>
        </p:txBody>
      </p:sp>
    </p:spTree>
    <p:extLst>
      <p:ext uri="{BB962C8B-B14F-4D97-AF65-F5344CB8AC3E}">
        <p14:creationId xmlns:p14="http://schemas.microsoft.com/office/powerpoint/2010/main" val="2244386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F3B2FC-57A7-40C4-977C-9ED995CA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Key-Value Cache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D575A2-1543-4A28-A626-08D15E60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68FED9-BE3D-41A0-927B-0E8E11BD161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2" y="1454427"/>
            <a:ext cx="10406270" cy="364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578F8A-04E7-4538-8A93-5DD74592EFFB}"/>
              </a:ext>
            </a:extLst>
          </p:cNvPr>
          <p:cNvSpPr txBox="1"/>
          <p:nvPr/>
        </p:nvSpPr>
        <p:spPr>
          <a:xfrm>
            <a:off x="4661452" y="5403573"/>
            <a:ext cx="264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Auto-regressive Model</a:t>
            </a:r>
          </a:p>
        </p:txBody>
      </p:sp>
    </p:spTree>
    <p:extLst>
      <p:ext uri="{BB962C8B-B14F-4D97-AF65-F5344CB8AC3E}">
        <p14:creationId xmlns:p14="http://schemas.microsoft.com/office/powerpoint/2010/main" val="2460259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B4C3-C45C-48E9-8880-F46630E5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Key-Value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BF6E3-A746-473F-BB60-AC492711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577C618-84D4-4BB4-880A-7A1C5410B78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8" y="1602347"/>
            <a:ext cx="8060634" cy="453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5C7408-8958-4FB5-AAF6-46F30B275940}"/>
              </a:ext>
            </a:extLst>
          </p:cNvPr>
          <p:cNvSpPr txBox="1"/>
          <p:nvPr/>
        </p:nvSpPr>
        <p:spPr>
          <a:xfrm>
            <a:off x="697632" y="6218668"/>
            <a:ext cx="10165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KV caching occurs during multiple token generation steps and only happens in the decoder (causal attention)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91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361E-95ED-4BC4-9641-5D47E30E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Multi-Head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E4D8A-6F1E-4FC9-B723-ED006397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526FA2-D7A4-45F4-A1EE-74B8347FA72B}"/>
                  </a:ext>
                </a:extLst>
              </p:cNvPr>
              <p:cNvSpPr txBox="1"/>
              <p:nvPr/>
            </p:nvSpPr>
            <p:spPr>
              <a:xfrm>
                <a:off x="711200" y="1108055"/>
                <a:ext cx="387096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embedding dimension 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number of attention heads</a:t>
                </a:r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dimensions per head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embedding of the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000" dirty="0"/>
                  <a:t>-</a:t>
                </a:r>
                <a:r>
                  <a:rPr lang="en-IN" sz="2000" dirty="0" err="1"/>
                  <a:t>th</a:t>
                </a:r>
                <a:r>
                  <a:rPr lang="en-IN" sz="2000" dirty="0"/>
                  <a:t> token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526FA2-D7A4-45F4-A1EE-74B8347F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108055"/>
                <a:ext cx="3870960" cy="1323439"/>
              </a:xfrm>
              <a:prstGeom prst="rect">
                <a:avLst/>
              </a:prstGeom>
              <a:blipFill>
                <a:blip r:embed="rId2"/>
                <a:stretch>
                  <a:fillRect t="-2304" r="-472" b="-78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0628D9-D2D0-4294-B912-D39615F02883}"/>
                  </a:ext>
                </a:extLst>
              </p:cNvPr>
              <p:cNvSpPr txBox="1"/>
              <p:nvPr/>
            </p:nvSpPr>
            <p:spPr>
              <a:xfrm>
                <a:off x="5455920" y="1595649"/>
                <a:ext cx="5232400" cy="421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0628D9-D2D0-4294-B912-D39615F0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920" y="1595649"/>
                <a:ext cx="5232400" cy="421782"/>
              </a:xfrm>
              <a:prstGeom prst="rect">
                <a:avLst/>
              </a:prstGeom>
              <a:blipFill>
                <a:blip r:embed="rId4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4338561-79B1-4312-B1C2-3CFC254F8E69}"/>
              </a:ext>
            </a:extLst>
          </p:cNvPr>
          <p:cNvGrpSpPr/>
          <p:nvPr/>
        </p:nvGrpSpPr>
        <p:grpSpPr>
          <a:xfrm>
            <a:off x="5222240" y="1087649"/>
            <a:ext cx="6563360" cy="487680"/>
            <a:chOff x="5222240" y="1087649"/>
            <a:chExt cx="6563360" cy="487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D5C4F4-B159-4B9E-A2E1-157FD81F079C}"/>
                    </a:ext>
                  </a:extLst>
                </p:cNvPr>
                <p:cNvSpPr txBox="1"/>
                <p:nvPr/>
              </p:nvSpPr>
              <p:spPr>
                <a:xfrm>
                  <a:off x="5689600" y="1128375"/>
                  <a:ext cx="6096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2000" dirty="0"/>
                    <a:t>Computation of Query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IN" sz="2000" dirty="0"/>
                    <a:t>), Key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IN" sz="2000" dirty="0"/>
                    <a:t>) and Value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IN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D5C4F4-B159-4B9E-A2E1-157FD81F0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9600" y="1128375"/>
                  <a:ext cx="6096000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" t="-6061" b="-2727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9C724FC-D579-4B66-A999-ABCAA34BC083}"/>
                </a:ext>
              </a:extLst>
            </p:cNvPr>
            <p:cNvSpPr/>
            <p:nvPr/>
          </p:nvSpPr>
          <p:spPr>
            <a:xfrm>
              <a:off x="5222240" y="1087649"/>
              <a:ext cx="487680" cy="48768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A6023A-A950-4C96-97C8-D071E222075E}"/>
                  </a:ext>
                </a:extLst>
              </p:cNvPr>
              <p:cNvSpPr txBox="1"/>
              <p:nvPr/>
            </p:nvSpPr>
            <p:spPr>
              <a:xfrm>
                <a:off x="1158240" y="2671590"/>
                <a:ext cx="4064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Slicing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000" dirty="0"/>
                  <a:t> into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/>
                  <a:t> heads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A6023A-A950-4C96-97C8-D071E2220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2671590"/>
                <a:ext cx="4064000" cy="400110"/>
              </a:xfrm>
              <a:prstGeom prst="rect">
                <a:avLst/>
              </a:prstGeom>
              <a:blipFill>
                <a:blip r:embed="rId6"/>
                <a:stretch>
                  <a:fillRect l="-1499" t="-6061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F59AF9-52D9-4948-8735-2D38D69FA942}"/>
                  </a:ext>
                </a:extLst>
              </p:cNvPr>
              <p:cNvSpPr txBox="1"/>
              <p:nvPr/>
            </p:nvSpPr>
            <p:spPr>
              <a:xfrm>
                <a:off x="1605280" y="3112426"/>
                <a:ext cx="2682240" cy="421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;…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F59AF9-52D9-4948-8735-2D38D69FA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280" y="3112426"/>
                <a:ext cx="2682240" cy="421782"/>
              </a:xfrm>
              <a:prstGeom prst="rect">
                <a:avLst/>
              </a:prstGeom>
              <a:blipFill>
                <a:blip r:embed="rId7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EF4DE475-BECC-4B9A-8409-2CB93E480308}"/>
              </a:ext>
            </a:extLst>
          </p:cNvPr>
          <p:cNvSpPr/>
          <p:nvPr/>
        </p:nvSpPr>
        <p:spPr>
          <a:xfrm>
            <a:off x="690880" y="2630864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653815-92D6-45E8-A8ED-9D383AC731A8}"/>
                  </a:ext>
                </a:extLst>
              </p:cNvPr>
              <p:cNvSpPr txBox="1"/>
              <p:nvPr/>
            </p:nvSpPr>
            <p:spPr>
              <a:xfrm>
                <a:off x="1635760" y="3456619"/>
                <a:ext cx="2682240" cy="421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;…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653815-92D6-45E8-A8ED-9D383AC73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56619"/>
                <a:ext cx="2682240" cy="421782"/>
              </a:xfrm>
              <a:prstGeom prst="rect">
                <a:avLst/>
              </a:prstGeom>
              <a:blipFill>
                <a:blip r:embed="rId8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EE67C-0684-413C-9CAE-0BF238A24928}"/>
                  </a:ext>
                </a:extLst>
              </p:cNvPr>
              <p:cNvSpPr txBox="1"/>
              <p:nvPr/>
            </p:nvSpPr>
            <p:spPr>
              <a:xfrm>
                <a:off x="1645920" y="3771579"/>
                <a:ext cx="2682240" cy="421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;…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EE67C-0684-413C-9CAE-0BF238A24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3771579"/>
                <a:ext cx="2682240" cy="421782"/>
              </a:xfrm>
              <a:prstGeom prst="rect">
                <a:avLst/>
              </a:prstGeom>
              <a:blipFill>
                <a:blip r:embed="rId9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44FDC-4D57-4FED-9176-2C14025DD5E6}"/>
              </a:ext>
            </a:extLst>
          </p:cNvPr>
          <p:cNvSpPr txBox="1"/>
          <p:nvPr/>
        </p:nvSpPr>
        <p:spPr>
          <a:xfrm>
            <a:off x="5720080" y="2712316"/>
            <a:ext cx="4866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Compute slice-wise scaled dot product and context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936C6D-786B-4048-A4FB-5EE29456069D}"/>
                  </a:ext>
                </a:extLst>
              </p:cNvPr>
              <p:cNvSpPr txBox="1"/>
              <p:nvPr/>
            </p:nvSpPr>
            <p:spPr>
              <a:xfrm>
                <a:off x="6167120" y="3351932"/>
                <a:ext cx="4378960" cy="679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𝑆𝑜𝑓𝑡𝑚𝑎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936C6D-786B-4048-A4FB-5EE29456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20" y="3351932"/>
                <a:ext cx="4378960" cy="6797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1F84071F-41EC-4A30-BBFF-18A936FA1BF6}"/>
              </a:ext>
            </a:extLst>
          </p:cNvPr>
          <p:cNvSpPr/>
          <p:nvPr/>
        </p:nvSpPr>
        <p:spPr>
          <a:xfrm>
            <a:off x="5252720" y="2671590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4269E7-6F34-4627-859D-3FD87D5ABB85}"/>
              </a:ext>
            </a:extLst>
          </p:cNvPr>
          <p:cNvSpPr txBox="1"/>
          <p:nvPr/>
        </p:nvSpPr>
        <p:spPr>
          <a:xfrm>
            <a:off x="3881120" y="4821515"/>
            <a:ext cx="4866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Concatenate the output from each slice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5B0D13-773F-4296-B8C7-3AFB56575797}"/>
                  </a:ext>
                </a:extLst>
              </p:cNvPr>
              <p:cNvSpPr txBox="1"/>
              <p:nvPr/>
            </p:nvSpPr>
            <p:spPr>
              <a:xfrm>
                <a:off x="3811325" y="5262351"/>
                <a:ext cx="4378960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;…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5B0D13-773F-4296-B8C7-3AFB56575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325" y="5262351"/>
                <a:ext cx="4378960" cy="413511"/>
              </a:xfrm>
              <a:prstGeom prst="rect">
                <a:avLst/>
              </a:prstGeom>
              <a:blipFill>
                <a:blip r:embed="rId11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654564E4-7F6E-4947-BEBD-FD3F065AF93A}"/>
              </a:ext>
            </a:extLst>
          </p:cNvPr>
          <p:cNvSpPr/>
          <p:nvPr/>
        </p:nvSpPr>
        <p:spPr>
          <a:xfrm>
            <a:off x="3413760" y="4780789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DC9C56-5DFF-4A8E-AD8F-CB3E493862B3}"/>
                  </a:ext>
                </a:extLst>
              </p:cNvPr>
              <p:cNvSpPr txBox="1"/>
              <p:nvPr/>
            </p:nvSpPr>
            <p:spPr>
              <a:xfrm>
                <a:off x="1645920" y="4218430"/>
                <a:ext cx="2682240" cy="426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DC9C56-5DFF-4A8E-AD8F-CB3E49386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4218430"/>
                <a:ext cx="2682240" cy="426142"/>
              </a:xfrm>
              <a:prstGeom prst="rect">
                <a:avLst/>
              </a:prstGeom>
              <a:blipFill>
                <a:blip r:embed="rId12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50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9A54-50FD-496C-8775-958BB4DF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Key-Value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12F81-9E69-4EFF-AFD4-9B8E11B8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383CD0-2013-4E7D-8800-70D01C6BDB05}"/>
              </a:ext>
            </a:extLst>
          </p:cNvPr>
          <p:cNvSpPr txBox="1"/>
          <p:nvPr/>
        </p:nvSpPr>
        <p:spPr>
          <a:xfrm>
            <a:off x="876738" y="943072"/>
            <a:ext cx="1015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Let’s say we have already generated four tokens and processing the 5</a:t>
            </a:r>
            <a:r>
              <a:rPr lang="en-IN" sz="2400" baseline="30000" dirty="0"/>
              <a:t>th</a:t>
            </a:r>
            <a:r>
              <a:rPr lang="en-IN" sz="2400" dirty="0"/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1E001D-3EBA-48AD-BA8B-DCD926843C1B}"/>
              </a:ext>
            </a:extLst>
          </p:cNvPr>
          <p:cNvSpPr/>
          <p:nvPr/>
        </p:nvSpPr>
        <p:spPr>
          <a:xfrm>
            <a:off x="797919" y="2452068"/>
            <a:ext cx="1124796" cy="18049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2F2BB3-524F-4AF5-AB51-2A2443AE5BE1}"/>
              </a:ext>
            </a:extLst>
          </p:cNvPr>
          <p:cNvSpPr/>
          <p:nvPr/>
        </p:nvSpPr>
        <p:spPr>
          <a:xfrm>
            <a:off x="797919" y="2693922"/>
            <a:ext cx="1124796" cy="18049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C7EDD0-89D0-4CCB-B237-BE560AAE7452}"/>
              </a:ext>
            </a:extLst>
          </p:cNvPr>
          <p:cNvSpPr/>
          <p:nvPr/>
        </p:nvSpPr>
        <p:spPr>
          <a:xfrm>
            <a:off x="797919" y="2940632"/>
            <a:ext cx="1124796" cy="18049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C54EB0-6926-4AC5-85D8-AF74A3B0ADF5}"/>
              </a:ext>
            </a:extLst>
          </p:cNvPr>
          <p:cNvSpPr/>
          <p:nvPr/>
        </p:nvSpPr>
        <p:spPr>
          <a:xfrm>
            <a:off x="797919" y="3187093"/>
            <a:ext cx="1124796" cy="18049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A43D22-5DDE-4722-9718-F30290271B33}"/>
              </a:ext>
            </a:extLst>
          </p:cNvPr>
          <p:cNvSpPr/>
          <p:nvPr/>
        </p:nvSpPr>
        <p:spPr>
          <a:xfrm rot="5400000">
            <a:off x="2051542" y="2924222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DB8A9C-13E8-4A01-A35E-963D0E13A706}"/>
              </a:ext>
            </a:extLst>
          </p:cNvPr>
          <p:cNvSpPr/>
          <p:nvPr/>
        </p:nvSpPr>
        <p:spPr>
          <a:xfrm rot="5400000">
            <a:off x="2319925" y="2934912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1BF7CE-33CC-4259-9796-0C09F576C8FD}"/>
              </a:ext>
            </a:extLst>
          </p:cNvPr>
          <p:cNvSpPr/>
          <p:nvPr/>
        </p:nvSpPr>
        <p:spPr>
          <a:xfrm rot="5400000">
            <a:off x="2587489" y="2924222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B0779C6-B18A-42A4-955D-FCD788C38F56}"/>
              </a:ext>
            </a:extLst>
          </p:cNvPr>
          <p:cNvSpPr/>
          <p:nvPr/>
        </p:nvSpPr>
        <p:spPr>
          <a:xfrm rot="5400000">
            <a:off x="2855872" y="2934912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AFA4FB23-17B9-42BC-801C-2C0A2FE50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623732"/>
              </p:ext>
            </p:extLst>
          </p:nvPr>
        </p:nvGraphicFramePr>
        <p:xfrm>
          <a:off x="4486969" y="2377431"/>
          <a:ext cx="1239700" cy="1308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940">
                  <a:extLst>
                    <a:ext uri="{9D8B030D-6E8A-4147-A177-3AD203B41FA5}">
                      <a16:colId xmlns:a16="http://schemas.microsoft.com/office/drawing/2014/main" val="815042722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3809595476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3174977004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576534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3274806972"/>
                    </a:ext>
                  </a:extLst>
                </a:gridCol>
              </a:tblGrid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63894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590426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96789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28801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04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BD14CAD-F5C9-4053-87C8-54B7FBB15423}"/>
                  </a:ext>
                </a:extLst>
              </p:cNvPr>
              <p:cNvSpPr txBox="1"/>
              <p:nvPr/>
            </p:nvSpPr>
            <p:spPr>
              <a:xfrm>
                <a:off x="1189148" y="1853254"/>
                <a:ext cx="3423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BD14CAD-F5C9-4053-87C8-54B7FBB1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148" y="1853254"/>
                <a:ext cx="34233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1FB0954-7AA0-4DBD-9AEE-8C5410AA1E12}"/>
                  </a:ext>
                </a:extLst>
              </p:cNvPr>
              <p:cNvSpPr txBox="1"/>
              <p:nvPr/>
            </p:nvSpPr>
            <p:spPr>
              <a:xfrm>
                <a:off x="2882481" y="1854151"/>
                <a:ext cx="55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1FB0954-7AA0-4DBD-9AEE-8C5410AA1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481" y="1854151"/>
                <a:ext cx="55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287D04-43BA-4250-AE20-3D7570BE2186}"/>
                  </a:ext>
                </a:extLst>
              </p:cNvPr>
              <p:cNvSpPr txBox="1"/>
              <p:nvPr/>
            </p:nvSpPr>
            <p:spPr>
              <a:xfrm>
                <a:off x="4863681" y="1877344"/>
                <a:ext cx="7998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𝑄𝐾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287D04-43BA-4250-AE20-3D7570BE2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681" y="1877344"/>
                <a:ext cx="7998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0FE30C7-2F6F-488E-A660-DDC00778CDAF}"/>
                  </a:ext>
                </a:extLst>
              </p:cNvPr>
              <p:cNvSpPr txBox="1"/>
              <p:nvPr/>
            </p:nvSpPr>
            <p:spPr>
              <a:xfrm>
                <a:off x="2059928" y="2723465"/>
                <a:ext cx="3462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0FE30C7-2F6F-488E-A660-DDC00778C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928" y="2723465"/>
                <a:ext cx="34624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E6E192-B0CC-4FF7-BBBF-1E93B779EF50}"/>
                  </a:ext>
                </a:extLst>
              </p:cNvPr>
              <p:cNvSpPr txBox="1"/>
              <p:nvPr/>
            </p:nvSpPr>
            <p:spPr>
              <a:xfrm>
                <a:off x="3832114" y="2723465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E6E192-B0CC-4FF7-BBBF-1E93B779E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114" y="2723465"/>
                <a:ext cx="35747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ket 41">
            <a:extLst>
              <a:ext uri="{FF2B5EF4-FFF2-40B4-BE49-F238E27FC236}">
                <a16:creationId xmlns:a16="http://schemas.microsoft.com/office/drawing/2014/main" id="{F996B86A-6F23-481A-960A-03E6D903D02B}"/>
              </a:ext>
            </a:extLst>
          </p:cNvPr>
          <p:cNvSpPr/>
          <p:nvPr/>
        </p:nvSpPr>
        <p:spPr>
          <a:xfrm>
            <a:off x="305357" y="1699595"/>
            <a:ext cx="151844" cy="2315817"/>
          </a:xfrm>
          <a:prstGeom prst="leftBracket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239460F3-BE49-46D6-A05C-1441399CDF89}"/>
              </a:ext>
            </a:extLst>
          </p:cNvPr>
          <p:cNvSpPr/>
          <p:nvPr/>
        </p:nvSpPr>
        <p:spPr>
          <a:xfrm flipH="1">
            <a:off x="5737996" y="1766198"/>
            <a:ext cx="218407" cy="2315817"/>
          </a:xfrm>
          <a:prstGeom prst="leftBracket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E2FF221-39C3-4EB4-93DB-54192E81099C}"/>
                  </a:ext>
                </a:extLst>
              </p:cNvPr>
              <p:cNvSpPr txBox="1"/>
              <p:nvPr/>
            </p:nvSpPr>
            <p:spPr>
              <a:xfrm>
                <a:off x="6054100" y="2824578"/>
                <a:ext cx="3462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E2FF221-39C3-4EB4-93DB-54192E810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100" y="2824578"/>
                <a:ext cx="34624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lowchart: Manual Operation 44">
            <a:extLst>
              <a:ext uri="{FF2B5EF4-FFF2-40B4-BE49-F238E27FC236}">
                <a16:creationId xmlns:a16="http://schemas.microsoft.com/office/drawing/2014/main" id="{1EB959E4-96A2-4007-99CB-73DDFD60FCC4}"/>
              </a:ext>
            </a:extLst>
          </p:cNvPr>
          <p:cNvSpPr/>
          <p:nvPr/>
        </p:nvSpPr>
        <p:spPr>
          <a:xfrm rot="16200000">
            <a:off x="8167635" y="2660545"/>
            <a:ext cx="815008" cy="844826"/>
          </a:xfrm>
          <a:prstGeom prst="flowChartManualOperati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797651C-5943-455C-BF78-EC614AEFBD38}"/>
              </a:ext>
            </a:extLst>
          </p:cNvPr>
          <p:cNvSpPr/>
          <p:nvPr/>
        </p:nvSpPr>
        <p:spPr>
          <a:xfrm>
            <a:off x="801135" y="3443493"/>
            <a:ext cx="1124796" cy="18049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9E4DD85-7DBE-4130-91F1-CD22164B7FA5}"/>
              </a:ext>
            </a:extLst>
          </p:cNvPr>
          <p:cNvSpPr/>
          <p:nvPr/>
        </p:nvSpPr>
        <p:spPr>
          <a:xfrm>
            <a:off x="6588298" y="2415640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43FA83A-E8A9-4658-BF04-6669BAA85C10}"/>
              </a:ext>
            </a:extLst>
          </p:cNvPr>
          <p:cNvSpPr/>
          <p:nvPr/>
        </p:nvSpPr>
        <p:spPr>
          <a:xfrm>
            <a:off x="6588298" y="2657494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35D910A-0D9B-4049-9E1C-9CFC3FD82D69}"/>
              </a:ext>
            </a:extLst>
          </p:cNvPr>
          <p:cNvSpPr/>
          <p:nvPr/>
        </p:nvSpPr>
        <p:spPr>
          <a:xfrm>
            <a:off x="6588298" y="2904204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1B99313-1335-4CF5-B350-F79360A8E8EE}"/>
              </a:ext>
            </a:extLst>
          </p:cNvPr>
          <p:cNvSpPr/>
          <p:nvPr/>
        </p:nvSpPr>
        <p:spPr>
          <a:xfrm>
            <a:off x="6588298" y="3150665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3970DBB-6850-4869-B769-A3CC1E56C26A}"/>
              </a:ext>
            </a:extLst>
          </p:cNvPr>
          <p:cNvSpPr/>
          <p:nvPr/>
        </p:nvSpPr>
        <p:spPr>
          <a:xfrm>
            <a:off x="6591514" y="3407065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359FDBE-77DA-4927-B7FE-8B090F5F4158}"/>
              </a:ext>
            </a:extLst>
          </p:cNvPr>
          <p:cNvSpPr/>
          <p:nvPr/>
        </p:nvSpPr>
        <p:spPr>
          <a:xfrm>
            <a:off x="9376976" y="2452068"/>
            <a:ext cx="2202109" cy="1804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39C42E0-3919-4D56-8A59-1DE300045078}"/>
              </a:ext>
            </a:extLst>
          </p:cNvPr>
          <p:cNvSpPr/>
          <p:nvPr/>
        </p:nvSpPr>
        <p:spPr>
          <a:xfrm>
            <a:off x="9376976" y="2693922"/>
            <a:ext cx="2202109" cy="1804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AE1DA55-F7A7-42B1-9846-7B6B5F97EC24}"/>
              </a:ext>
            </a:extLst>
          </p:cNvPr>
          <p:cNvSpPr/>
          <p:nvPr/>
        </p:nvSpPr>
        <p:spPr>
          <a:xfrm>
            <a:off x="9376976" y="2940632"/>
            <a:ext cx="2202109" cy="1804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EDD57CF-AF1C-4999-811D-955D63061D13}"/>
              </a:ext>
            </a:extLst>
          </p:cNvPr>
          <p:cNvSpPr/>
          <p:nvPr/>
        </p:nvSpPr>
        <p:spPr>
          <a:xfrm>
            <a:off x="9376976" y="3187093"/>
            <a:ext cx="2202109" cy="1804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6ED33A6-E13F-48C5-A6EE-513CE00BD927}"/>
              </a:ext>
            </a:extLst>
          </p:cNvPr>
          <p:cNvSpPr/>
          <p:nvPr/>
        </p:nvSpPr>
        <p:spPr>
          <a:xfrm>
            <a:off x="9380192" y="3443493"/>
            <a:ext cx="2202109" cy="1804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28D809-38B0-45C2-95C6-A87BD7A896AB}"/>
                  </a:ext>
                </a:extLst>
              </p:cNvPr>
              <p:cNvSpPr txBox="1"/>
              <p:nvPr/>
            </p:nvSpPr>
            <p:spPr>
              <a:xfrm>
                <a:off x="7031528" y="1915656"/>
                <a:ext cx="32560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28D809-38B0-45C2-95C6-A87BD7A89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528" y="1915656"/>
                <a:ext cx="32560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A1FD0AF8-3192-4D17-83B9-7D4E7FD71AA3}"/>
              </a:ext>
            </a:extLst>
          </p:cNvPr>
          <p:cNvSpPr txBox="1"/>
          <p:nvPr/>
        </p:nvSpPr>
        <p:spPr>
          <a:xfrm>
            <a:off x="10032495" y="206869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logits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4802A6-A56B-4FBC-B945-DA8F959AD231}"/>
              </a:ext>
            </a:extLst>
          </p:cNvPr>
          <p:cNvSpPr/>
          <p:nvPr/>
        </p:nvSpPr>
        <p:spPr>
          <a:xfrm>
            <a:off x="4486969" y="3433554"/>
            <a:ext cx="1217870" cy="242138"/>
          </a:xfrm>
          <a:prstGeom prst="rect">
            <a:avLst/>
          </a:prstGeom>
          <a:solidFill>
            <a:srgbClr val="C000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1CAC8B7-801B-45C2-9D34-FCC2DB05E3C5}"/>
              </a:ext>
            </a:extLst>
          </p:cNvPr>
          <p:cNvSpPr/>
          <p:nvPr/>
        </p:nvSpPr>
        <p:spPr>
          <a:xfrm rot="5400000">
            <a:off x="3136236" y="2933621"/>
            <a:ext cx="1124796" cy="18049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3A91E9-43CA-4340-A141-024BD3B424B8}"/>
              </a:ext>
            </a:extLst>
          </p:cNvPr>
          <p:cNvSpPr txBox="1"/>
          <p:nvPr/>
        </p:nvSpPr>
        <p:spPr>
          <a:xfrm>
            <a:off x="531617" y="3993852"/>
            <a:ext cx="167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5</a:t>
            </a:r>
            <a:r>
              <a:rPr lang="en-IN" baseline="30000" dirty="0"/>
              <a:t>th</a:t>
            </a:r>
            <a:r>
              <a:rPr lang="en-IN" dirty="0"/>
              <a:t> token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FA691C-9A88-4E0A-86CC-CD1639F2D9EB}"/>
              </a:ext>
            </a:extLst>
          </p:cNvPr>
          <p:cNvSpPr txBox="1"/>
          <p:nvPr/>
        </p:nvSpPr>
        <p:spPr>
          <a:xfrm>
            <a:off x="9771230" y="3830746"/>
            <a:ext cx="198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Compute the logit for 5</a:t>
            </a:r>
            <a:r>
              <a:rPr lang="en-IN" baseline="30000" dirty="0"/>
              <a:t>th</a:t>
            </a:r>
            <a:r>
              <a:rPr lang="en-IN" dirty="0"/>
              <a:t>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B6A21B-C51B-428C-BE76-62C06DBF91EB}"/>
                  </a:ext>
                </a:extLst>
              </p:cNvPr>
              <p:cNvSpPr txBox="1"/>
              <p:nvPr/>
            </p:nvSpPr>
            <p:spPr>
              <a:xfrm>
                <a:off x="6517805" y="3895629"/>
                <a:ext cx="167864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computed earlier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B6A21B-C51B-428C-BE76-62C06DBF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805" y="3895629"/>
                <a:ext cx="1678649" cy="1200329"/>
              </a:xfrm>
              <a:prstGeom prst="rect">
                <a:avLst/>
              </a:prstGeom>
              <a:blipFill>
                <a:blip r:embed="rId9"/>
                <a:stretch>
                  <a:fillRect l="-2899" t="-2030" b="-7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A6B629E-9979-4667-BEB8-BA47BA012263}"/>
                  </a:ext>
                </a:extLst>
              </p:cNvPr>
              <p:cNvSpPr txBox="1"/>
              <p:nvPr/>
            </p:nvSpPr>
            <p:spPr>
              <a:xfrm>
                <a:off x="4209462" y="3896252"/>
                <a:ext cx="167864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Compute self attention score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dirty="0"/>
                  <a:t> with all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/>
                  <a:t>’s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A6B629E-9979-4667-BEB8-BA47BA01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462" y="3896252"/>
                <a:ext cx="1678649" cy="1200329"/>
              </a:xfrm>
              <a:prstGeom prst="rect">
                <a:avLst/>
              </a:prstGeom>
              <a:blipFill>
                <a:blip r:embed="rId10"/>
                <a:stretch>
                  <a:fillRect l="-3273" t="-2030" r="-727" b="-7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E7D38A3-0AFF-411F-BE20-8977A96511D3}"/>
                  </a:ext>
                </a:extLst>
              </p:cNvPr>
              <p:cNvSpPr txBox="1"/>
              <p:nvPr/>
            </p:nvSpPr>
            <p:spPr>
              <a:xfrm>
                <a:off x="2332200" y="3876912"/>
                <a:ext cx="167864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 computed earlier 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E7D38A3-0AFF-411F-BE20-8977A9651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200" y="3876912"/>
                <a:ext cx="1678649" cy="1200329"/>
              </a:xfrm>
              <a:prstGeom prst="rect">
                <a:avLst/>
              </a:prstGeom>
              <a:blipFill>
                <a:blip r:embed="rId11"/>
                <a:stretch>
                  <a:fillRect l="-3273" t="-2538" b="-7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B24411A5-87BF-4500-BDAC-7F8081B33EB8}"/>
              </a:ext>
            </a:extLst>
          </p:cNvPr>
          <p:cNvSpPr txBox="1"/>
          <p:nvPr/>
        </p:nvSpPr>
        <p:spPr>
          <a:xfrm>
            <a:off x="4189584" y="1362099"/>
            <a:ext cx="1868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Let us backtrack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DEDC0A-1344-444C-BF54-750F50612F8E}"/>
              </a:ext>
            </a:extLst>
          </p:cNvPr>
          <p:cNvSpPr txBox="1"/>
          <p:nvPr/>
        </p:nvSpPr>
        <p:spPr>
          <a:xfrm>
            <a:off x="797919" y="5306579"/>
            <a:ext cx="6638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Previously computed KEYs can be reused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Previously computed VALUEs can be reused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54BB74-501E-4459-B984-3C507259621E}"/>
              </a:ext>
            </a:extLst>
          </p:cNvPr>
          <p:cNvSpPr txBox="1"/>
          <p:nvPr/>
        </p:nvSpPr>
        <p:spPr>
          <a:xfrm>
            <a:off x="8196454" y="5413655"/>
            <a:ext cx="2711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Key-Vale Cache</a:t>
            </a:r>
          </a:p>
        </p:txBody>
      </p:sp>
    </p:spTree>
    <p:extLst>
      <p:ext uri="{BB962C8B-B14F-4D97-AF65-F5344CB8AC3E}">
        <p14:creationId xmlns:p14="http://schemas.microsoft.com/office/powerpoint/2010/main" val="143795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6" grpId="0" animBg="1"/>
      <p:bldP spid="60" grpId="0" animBg="1"/>
      <p:bldP spid="62" grpId="0"/>
      <p:bldP spid="63" grpId="0"/>
      <p:bldP spid="64" grpId="0"/>
      <p:bldP spid="65" grpId="0"/>
      <p:bldP spid="66" grpId="0"/>
      <p:bldP spid="67" grpId="0"/>
      <p:bldP spid="6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B6A4-E50D-4E9A-8BE6-728A908C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Key-Value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6482E-45FE-48B7-B074-9CD5F6B2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D33137A-CBBC-4FE5-8F2A-EF4D1CC4703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" y="1063487"/>
            <a:ext cx="10301356" cy="579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743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B6A4-E50D-4E9A-8BE6-728A908C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Key-Value Cache: What’s the Catch?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6482E-45FE-48B7-B074-9CD5F6B2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AEE77D-0F75-4A34-851D-90C3DA3FED7F}"/>
              </a:ext>
            </a:extLst>
          </p:cNvPr>
          <p:cNvCxnSpPr/>
          <p:nvPr/>
        </p:nvCxnSpPr>
        <p:spPr>
          <a:xfrm>
            <a:off x="979777" y="971163"/>
            <a:ext cx="0" cy="33196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57488C-C5E0-4C3E-95A1-C96748819C85}"/>
              </a:ext>
            </a:extLst>
          </p:cNvPr>
          <p:cNvCxnSpPr>
            <a:cxnSpLocks/>
          </p:cNvCxnSpPr>
          <p:nvPr/>
        </p:nvCxnSpPr>
        <p:spPr>
          <a:xfrm flipH="1">
            <a:off x="979778" y="4280895"/>
            <a:ext cx="36079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9FFABA-360D-4D9C-B642-DD425CEE9340}"/>
              </a:ext>
            </a:extLst>
          </p:cNvPr>
          <p:cNvCxnSpPr/>
          <p:nvPr/>
        </p:nvCxnSpPr>
        <p:spPr>
          <a:xfrm flipV="1">
            <a:off x="979777" y="2501790"/>
            <a:ext cx="2753140" cy="1789043"/>
          </a:xfrm>
          <a:prstGeom prst="line">
            <a:avLst/>
          </a:prstGeom>
          <a:ln>
            <a:solidFill>
              <a:srgbClr val="49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B27F672-1584-410F-B2FD-21A085BE2420}"/>
              </a:ext>
            </a:extLst>
          </p:cNvPr>
          <p:cNvSpPr/>
          <p:nvPr/>
        </p:nvSpPr>
        <p:spPr>
          <a:xfrm>
            <a:off x="1039412" y="1388607"/>
            <a:ext cx="1977887" cy="2852530"/>
          </a:xfrm>
          <a:custGeom>
            <a:avLst/>
            <a:gdLst>
              <a:gd name="connsiteX0" fmla="*/ 0 w 1977887"/>
              <a:gd name="connsiteY0" fmla="*/ 2852530 h 2852530"/>
              <a:gd name="connsiteX1" fmla="*/ 1351722 w 1977887"/>
              <a:gd name="connsiteY1" fmla="*/ 1461052 h 2852530"/>
              <a:gd name="connsiteX2" fmla="*/ 1977887 w 1977887"/>
              <a:gd name="connsiteY2" fmla="*/ 0 h 285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7887" h="2852530">
                <a:moveTo>
                  <a:pt x="0" y="2852530"/>
                </a:moveTo>
                <a:cubicBezTo>
                  <a:pt x="511037" y="2394502"/>
                  <a:pt x="1022074" y="1936474"/>
                  <a:pt x="1351722" y="1461052"/>
                </a:cubicBezTo>
                <a:cubicBezTo>
                  <a:pt x="1681370" y="985630"/>
                  <a:pt x="1829628" y="492815"/>
                  <a:pt x="1977887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B2EE4-1D1A-4EC6-9938-5E5DE1153CBB}"/>
              </a:ext>
            </a:extLst>
          </p:cNvPr>
          <p:cNvSpPr txBox="1"/>
          <p:nvPr/>
        </p:nvSpPr>
        <p:spPr>
          <a:xfrm>
            <a:off x="2028355" y="4330591"/>
            <a:ext cx="19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 token size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CC029C-05B0-4D24-B894-5EFAFEF651E9}"/>
              </a:ext>
            </a:extLst>
          </p:cNvPr>
          <p:cNvSpPr txBox="1"/>
          <p:nvPr/>
        </p:nvSpPr>
        <p:spPr>
          <a:xfrm rot="16200000">
            <a:off x="-232208" y="1966001"/>
            <a:ext cx="19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compute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AB81C-816B-406D-895B-E5E54629C7F4}"/>
              </a:ext>
            </a:extLst>
          </p:cNvPr>
          <p:cNvSpPr txBox="1"/>
          <p:nvPr/>
        </p:nvSpPr>
        <p:spPr>
          <a:xfrm>
            <a:off x="765294" y="5019040"/>
            <a:ext cx="4008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We need </a:t>
            </a:r>
            <a:r>
              <a:rPr lang="en-IN" sz="2400" dirty="0">
                <a:solidFill>
                  <a:srgbClr val="FF0000"/>
                </a:solidFill>
              </a:rPr>
              <a:t>extra storage</a:t>
            </a:r>
            <a:r>
              <a:rPr lang="en-IN" sz="2400" dirty="0"/>
              <a:t> to store previously computed keys and 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44E97D-4823-4F3C-9755-731EE14D2DC2}"/>
              </a:ext>
            </a:extLst>
          </p:cNvPr>
          <p:cNvSpPr txBox="1"/>
          <p:nvPr/>
        </p:nvSpPr>
        <p:spPr>
          <a:xfrm>
            <a:off x="4978401" y="944880"/>
            <a:ext cx="3066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Size of the KV Cache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BF9B6C-F017-4C09-A9E3-B3288E50FB80}"/>
                  </a:ext>
                </a:extLst>
              </p:cNvPr>
              <p:cNvSpPr txBox="1"/>
              <p:nvPr/>
            </p:nvSpPr>
            <p:spPr>
              <a:xfrm>
                <a:off x="5599639" y="1495479"/>
                <a:ext cx="42633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000" b="0" dirty="0"/>
                  <a:t>KV cache size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∗2∗2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BF9B6C-F017-4C09-A9E3-B3288E50F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639" y="1495479"/>
                <a:ext cx="4263347" cy="307777"/>
              </a:xfrm>
              <a:prstGeom prst="rect">
                <a:avLst/>
              </a:prstGeom>
              <a:blipFill>
                <a:blip r:embed="rId2"/>
                <a:stretch>
                  <a:fillRect l="-3720" t="-23529" r="-1001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D03F22F-59E0-4E22-B439-B02E7398F56D}"/>
                  </a:ext>
                </a:extLst>
              </p:cNvPr>
              <p:cNvSpPr txBox="1"/>
              <p:nvPr/>
            </p:nvSpPr>
            <p:spPr>
              <a:xfrm>
                <a:off x="5811520" y="1892189"/>
                <a:ext cx="52324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IN" dirty="0"/>
                  <a:t>No of transformer blocks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IN" dirty="0"/>
                  <a:t>batch size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No of attention heads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Attention head size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Context length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2:</m:t>
                    </m:r>
                  </m:oMath>
                </a14:m>
                <a:r>
                  <a:rPr lang="en-IN" dirty="0"/>
                  <a:t> No of caches per transformer block (K and V)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2:</m:t>
                    </m:r>
                  </m:oMath>
                </a14:m>
                <a:r>
                  <a:rPr lang="en-IN" dirty="0"/>
                  <a:t> No of bytes per floating point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D03F22F-59E0-4E22-B439-B02E7398F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520" y="1892189"/>
                <a:ext cx="5232400" cy="2031325"/>
              </a:xfrm>
              <a:prstGeom prst="rect">
                <a:avLst/>
              </a:prstGeom>
              <a:blipFill>
                <a:blip r:embed="rId3"/>
                <a:stretch>
                  <a:fillRect t="-1198" b="-38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98EAB10-5D3F-4928-B6B0-EA17764CDD18}"/>
              </a:ext>
            </a:extLst>
          </p:cNvPr>
          <p:cNvSpPr txBox="1"/>
          <p:nvPr/>
        </p:nvSpPr>
        <p:spPr>
          <a:xfrm>
            <a:off x="5242561" y="4260802"/>
            <a:ext cx="5893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Size of the KV Cache of </a:t>
            </a:r>
            <a:r>
              <a:rPr lang="en-IN" sz="2400" dirty="0" err="1"/>
              <a:t>DeepSeek</a:t>
            </a:r>
            <a:r>
              <a:rPr lang="en-IN" sz="2400" dirty="0"/>
              <a:t> R1/V3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A757FE-469D-400B-949B-EF65143931BB}"/>
                  </a:ext>
                </a:extLst>
              </p:cNvPr>
              <p:cNvSpPr txBox="1"/>
              <p:nvPr/>
            </p:nvSpPr>
            <p:spPr>
              <a:xfrm>
                <a:off x="5811520" y="4818985"/>
                <a:ext cx="54457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=61,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=128,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=128,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=100000 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A757FE-469D-400B-949B-EF651439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520" y="4818985"/>
                <a:ext cx="544576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A7B1A01-5C3F-4F9F-AE71-5234AE62AB47}"/>
              </a:ext>
            </a:extLst>
          </p:cNvPr>
          <p:cNvSpPr txBox="1"/>
          <p:nvPr/>
        </p:nvSpPr>
        <p:spPr>
          <a:xfrm>
            <a:off x="6014720" y="5336372"/>
            <a:ext cx="3088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KV Cache size = </a:t>
            </a:r>
            <a:r>
              <a:rPr lang="en-IN" sz="2000" dirty="0">
                <a:solidFill>
                  <a:srgbClr val="FF0000"/>
                </a:solidFill>
              </a:rPr>
              <a:t>400GB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D0EF15-1E4C-4E49-B9BD-6354BF2A51F9}"/>
              </a:ext>
            </a:extLst>
          </p:cNvPr>
          <p:cNvSpPr txBox="1"/>
          <p:nvPr/>
        </p:nvSpPr>
        <p:spPr>
          <a:xfrm>
            <a:off x="5262881" y="5869464"/>
            <a:ext cx="4936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Can we reduce the KV cache size?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0FBFD-3F89-40EB-B850-7AFF76F715BF}"/>
              </a:ext>
            </a:extLst>
          </p:cNvPr>
          <p:cNvSpPr txBox="1"/>
          <p:nvPr/>
        </p:nvSpPr>
        <p:spPr>
          <a:xfrm>
            <a:off x="3078480" y="2827774"/>
            <a:ext cx="1930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KV cache (linear)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8F54B1-A208-4585-9522-0035E651A22F}"/>
              </a:ext>
            </a:extLst>
          </p:cNvPr>
          <p:cNvSpPr txBox="1"/>
          <p:nvPr/>
        </p:nvSpPr>
        <p:spPr>
          <a:xfrm>
            <a:off x="2925859" y="1569024"/>
            <a:ext cx="2245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without KV cache (quadratic)</a:t>
            </a:r>
          </a:p>
        </p:txBody>
      </p:sp>
    </p:spTree>
    <p:extLst>
      <p:ext uri="{BB962C8B-B14F-4D97-AF65-F5344CB8AC3E}">
        <p14:creationId xmlns:p14="http://schemas.microsoft.com/office/powerpoint/2010/main" val="406721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E588-8ECD-4126-B1EB-1649874B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KV Cache vs Standard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C32E0-CCFD-40FD-995E-F6EBFB09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484B09-ACA7-4A78-8575-AFCB557F9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476972"/>
              </p:ext>
            </p:extLst>
          </p:nvPr>
        </p:nvGraphicFramePr>
        <p:xfrm>
          <a:off x="955040" y="1270000"/>
          <a:ext cx="9865360" cy="4734562"/>
        </p:xfrm>
        <a:graphic>
          <a:graphicData uri="http://schemas.openxmlformats.org/drawingml/2006/table">
            <a:tbl>
              <a:tblPr/>
              <a:tblGrid>
                <a:gridCol w="2025775">
                  <a:extLst>
                    <a:ext uri="{9D8B030D-6E8A-4147-A177-3AD203B41FA5}">
                      <a16:colId xmlns:a16="http://schemas.microsoft.com/office/drawing/2014/main" val="82852184"/>
                    </a:ext>
                  </a:extLst>
                </a:gridCol>
                <a:gridCol w="3613025">
                  <a:extLst>
                    <a:ext uri="{9D8B030D-6E8A-4147-A177-3AD203B41FA5}">
                      <a16:colId xmlns:a16="http://schemas.microsoft.com/office/drawing/2014/main" val="1885747064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896444608"/>
                    </a:ext>
                  </a:extLst>
                </a:gridCol>
              </a:tblGrid>
              <a:tr h="419297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Inference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KV Caching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85696"/>
                  </a:ext>
                </a:extLst>
              </a:tr>
              <a:tr h="78618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Computation per Word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model repeats the same calculations for every word.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model reuses past calculations for faster results.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552839"/>
                  </a:ext>
                </a:extLst>
              </a:tr>
              <a:tr h="1170537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 Usage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Uses less memory at each step, but memory grows with longer texts.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Uses extra memory to store past information, but keeps things efficient.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025681"/>
                  </a:ext>
                </a:extLst>
              </a:tr>
              <a:tr h="78618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Gets slower as the text gets longer because it repeats work.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Stays fast even with longer texts by avoiding repeated work.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61339"/>
                  </a:ext>
                </a:extLst>
              </a:tr>
              <a:tr h="78618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Efficiency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computational cost and slower response times.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Faster and more efficient since the model remembers past work.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830220"/>
                  </a:ext>
                </a:extLst>
              </a:tr>
              <a:tr h="78618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Handling Long Texts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Struggles with long texts due to repeated calculations.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Perfect for long texts as it remembers past steps.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412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590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8119-F5AD-435D-B8F8-11CBAA0B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KV Cache: Points to Ponder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4B1A-7059-4618-9AFC-AA424DE5F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don’t we cache the queries?</a:t>
            </a:r>
          </a:p>
          <a:p>
            <a:r>
              <a:rPr lang="en-IN" dirty="0"/>
              <a:t>What can you say about the latency of the first token to be generated in response to a longer prompt?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BDC29-51BD-46C8-A5B1-FCA2636F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6DBE-FA8A-402A-9458-87E92F29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KV Caching: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71246-3BBE-475C-B783-09C719F97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KV Caching Explained: Optimizing Transformer Inference Efficiency</a:t>
            </a:r>
          </a:p>
          <a:p>
            <a:pPr lvl="1"/>
            <a:r>
              <a:rPr lang="en-IN" dirty="0">
                <a:hlinkClick r:id="rId2"/>
              </a:rPr>
              <a:t>https://huggingface.co/blog/not-lain/kv-caching</a:t>
            </a:r>
            <a:endParaRPr lang="en-US" dirty="0"/>
          </a:p>
          <a:p>
            <a:r>
              <a:rPr lang="en-IN" dirty="0"/>
              <a:t>Transformers KV Caching Explained</a:t>
            </a:r>
          </a:p>
          <a:p>
            <a:pPr lvl="1"/>
            <a:r>
              <a:rPr lang="en-IN" dirty="0">
                <a:hlinkClick r:id="rId3"/>
              </a:rPr>
              <a:t>https://medium.com/@joaolages/kv-caching-explained-276520203249</a:t>
            </a:r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ADC0-1F6D-4363-B9A3-C0DA2833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62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59D3-2FD1-402F-914F-133A8BE4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Query Attention (MQA)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8BAB6-0D48-4E6D-BBE9-2C657F8D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447051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F064F-2445-422B-91EE-651E579B0847}"/>
              </a:ext>
            </a:extLst>
          </p:cNvPr>
          <p:cNvSpPr txBox="1"/>
          <p:nvPr/>
        </p:nvSpPr>
        <p:spPr>
          <a:xfrm>
            <a:off x="1762424" y="904219"/>
            <a:ext cx="8101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KV Cache Issue: Longer context requires larger KV cache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D83E7-76DA-470C-A17F-D81E7A0DB9C8}"/>
              </a:ext>
            </a:extLst>
          </p:cNvPr>
          <p:cNvSpPr txBox="1"/>
          <p:nvPr/>
        </p:nvSpPr>
        <p:spPr>
          <a:xfrm>
            <a:off x="1713536" y="1226620"/>
            <a:ext cx="4479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Can we reduce the cache size?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9AD835-B16B-48ED-8E06-E2F1B434F018}"/>
              </a:ext>
            </a:extLst>
          </p:cNvPr>
          <p:cNvSpPr/>
          <p:nvPr/>
        </p:nvSpPr>
        <p:spPr>
          <a:xfrm>
            <a:off x="697336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E492B2-4D59-4CAF-B5D1-982FF4E75D52}"/>
              </a:ext>
            </a:extLst>
          </p:cNvPr>
          <p:cNvSpPr/>
          <p:nvPr/>
        </p:nvSpPr>
        <p:spPr>
          <a:xfrm>
            <a:off x="870056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1F2503-5EDF-44CF-B2BD-37A356277AB6}"/>
              </a:ext>
            </a:extLst>
          </p:cNvPr>
          <p:cNvSpPr/>
          <p:nvPr/>
        </p:nvSpPr>
        <p:spPr>
          <a:xfrm>
            <a:off x="1055008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B25586-F47A-49C2-B8E2-84A295C75764}"/>
              </a:ext>
            </a:extLst>
          </p:cNvPr>
          <p:cNvSpPr/>
          <p:nvPr/>
        </p:nvSpPr>
        <p:spPr>
          <a:xfrm>
            <a:off x="1227728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740243-440D-4AD8-9447-F34A7C897AA4}"/>
              </a:ext>
            </a:extLst>
          </p:cNvPr>
          <p:cNvSpPr/>
          <p:nvPr/>
        </p:nvSpPr>
        <p:spPr>
          <a:xfrm>
            <a:off x="1402520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4C71103-EF57-4CB8-B768-5CF9E4394509}"/>
              </a:ext>
            </a:extLst>
          </p:cNvPr>
          <p:cNvSpPr/>
          <p:nvPr/>
        </p:nvSpPr>
        <p:spPr>
          <a:xfrm>
            <a:off x="1575240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FE1BA7-5076-4542-B7ED-F49613831DF7}"/>
              </a:ext>
            </a:extLst>
          </p:cNvPr>
          <p:cNvSpPr/>
          <p:nvPr/>
        </p:nvSpPr>
        <p:spPr>
          <a:xfrm>
            <a:off x="1760192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FF825E-1000-4757-856B-79CF85C19F36}"/>
              </a:ext>
            </a:extLst>
          </p:cNvPr>
          <p:cNvSpPr/>
          <p:nvPr/>
        </p:nvSpPr>
        <p:spPr>
          <a:xfrm>
            <a:off x="1932912" y="255833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A28FB9-A2FF-4685-94E3-E4E800EF5CFE}"/>
              </a:ext>
            </a:extLst>
          </p:cNvPr>
          <p:cNvSpPr/>
          <p:nvPr/>
        </p:nvSpPr>
        <p:spPr>
          <a:xfrm>
            <a:off x="693392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E34364-6DA1-4EE2-B25A-2292C0054DCC}"/>
              </a:ext>
            </a:extLst>
          </p:cNvPr>
          <p:cNvSpPr/>
          <p:nvPr/>
        </p:nvSpPr>
        <p:spPr>
          <a:xfrm>
            <a:off x="866112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716522-4428-4EBF-B840-38338E96129C}"/>
              </a:ext>
            </a:extLst>
          </p:cNvPr>
          <p:cNvSpPr/>
          <p:nvPr/>
        </p:nvSpPr>
        <p:spPr>
          <a:xfrm>
            <a:off x="1051064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AB1559-E461-49D7-A663-14FDF3618B30}"/>
              </a:ext>
            </a:extLst>
          </p:cNvPr>
          <p:cNvSpPr/>
          <p:nvPr/>
        </p:nvSpPr>
        <p:spPr>
          <a:xfrm>
            <a:off x="1223784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6000D8C-1CE8-410E-914F-ED26AA2BB57C}"/>
              </a:ext>
            </a:extLst>
          </p:cNvPr>
          <p:cNvSpPr/>
          <p:nvPr/>
        </p:nvSpPr>
        <p:spPr>
          <a:xfrm>
            <a:off x="1398576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D5788C-6789-454F-8F3C-7DB6B55A9E81}"/>
              </a:ext>
            </a:extLst>
          </p:cNvPr>
          <p:cNvSpPr/>
          <p:nvPr/>
        </p:nvSpPr>
        <p:spPr>
          <a:xfrm>
            <a:off x="1571296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5E4194-3A4C-43AF-9B37-3834E5CDF638}"/>
              </a:ext>
            </a:extLst>
          </p:cNvPr>
          <p:cNvSpPr/>
          <p:nvPr/>
        </p:nvSpPr>
        <p:spPr>
          <a:xfrm>
            <a:off x="1756248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A2DEFB-6395-46B4-8A9C-47ACEAABB8BD}"/>
              </a:ext>
            </a:extLst>
          </p:cNvPr>
          <p:cNvSpPr/>
          <p:nvPr/>
        </p:nvSpPr>
        <p:spPr>
          <a:xfrm>
            <a:off x="1928968" y="28021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D4D7DF-9C63-4AF7-BCA0-C68AB667EFA3}"/>
              </a:ext>
            </a:extLst>
          </p:cNvPr>
          <p:cNvSpPr/>
          <p:nvPr/>
        </p:nvSpPr>
        <p:spPr>
          <a:xfrm>
            <a:off x="699608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0258B1-35E3-4DCA-AC77-46A8E68CCC71}"/>
              </a:ext>
            </a:extLst>
          </p:cNvPr>
          <p:cNvSpPr/>
          <p:nvPr/>
        </p:nvSpPr>
        <p:spPr>
          <a:xfrm>
            <a:off x="872328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B99B06F-C0AB-43D9-8FFB-96CCE021DFEB}"/>
              </a:ext>
            </a:extLst>
          </p:cNvPr>
          <p:cNvSpPr/>
          <p:nvPr/>
        </p:nvSpPr>
        <p:spPr>
          <a:xfrm>
            <a:off x="1057280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B41AEB-440D-428E-89EF-996D02CE4996}"/>
              </a:ext>
            </a:extLst>
          </p:cNvPr>
          <p:cNvSpPr/>
          <p:nvPr/>
        </p:nvSpPr>
        <p:spPr>
          <a:xfrm>
            <a:off x="1230000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3BE8A7-3945-4A41-8971-727082FB09CD}"/>
              </a:ext>
            </a:extLst>
          </p:cNvPr>
          <p:cNvSpPr/>
          <p:nvPr/>
        </p:nvSpPr>
        <p:spPr>
          <a:xfrm>
            <a:off x="1404792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CF3896-6C58-4B95-BEC9-F4B814E3F384}"/>
              </a:ext>
            </a:extLst>
          </p:cNvPr>
          <p:cNvSpPr/>
          <p:nvPr/>
        </p:nvSpPr>
        <p:spPr>
          <a:xfrm>
            <a:off x="1577512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991FB5-59F2-4781-BFDC-EDD9EE7936D2}"/>
              </a:ext>
            </a:extLst>
          </p:cNvPr>
          <p:cNvSpPr/>
          <p:nvPr/>
        </p:nvSpPr>
        <p:spPr>
          <a:xfrm>
            <a:off x="1762464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2FECE5-303E-464D-AB94-7BCDF7E1FB74}"/>
              </a:ext>
            </a:extLst>
          </p:cNvPr>
          <p:cNvSpPr/>
          <p:nvPr/>
        </p:nvSpPr>
        <p:spPr>
          <a:xfrm>
            <a:off x="1935184" y="303587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B300D6-E5CA-46AD-8EEF-897F674AFC9A}"/>
              </a:ext>
            </a:extLst>
          </p:cNvPr>
          <p:cNvSpPr/>
          <p:nvPr/>
        </p:nvSpPr>
        <p:spPr>
          <a:xfrm>
            <a:off x="695664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644689-4B0C-4930-B407-FEB2B9879496}"/>
              </a:ext>
            </a:extLst>
          </p:cNvPr>
          <p:cNvSpPr/>
          <p:nvPr/>
        </p:nvSpPr>
        <p:spPr>
          <a:xfrm>
            <a:off x="868384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980BFC-9912-44BD-AE20-F8BF4826B9FF}"/>
              </a:ext>
            </a:extLst>
          </p:cNvPr>
          <p:cNvSpPr/>
          <p:nvPr/>
        </p:nvSpPr>
        <p:spPr>
          <a:xfrm>
            <a:off x="1053336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36D37D-DBBA-4249-A4ED-FE30E7C65D76}"/>
              </a:ext>
            </a:extLst>
          </p:cNvPr>
          <p:cNvSpPr/>
          <p:nvPr/>
        </p:nvSpPr>
        <p:spPr>
          <a:xfrm>
            <a:off x="1226056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7F2E1C-D762-4024-824A-F8E113758B6D}"/>
              </a:ext>
            </a:extLst>
          </p:cNvPr>
          <p:cNvSpPr/>
          <p:nvPr/>
        </p:nvSpPr>
        <p:spPr>
          <a:xfrm>
            <a:off x="1400848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A38AF54-D890-423C-9BFC-B6D01758C009}"/>
              </a:ext>
            </a:extLst>
          </p:cNvPr>
          <p:cNvSpPr/>
          <p:nvPr/>
        </p:nvSpPr>
        <p:spPr>
          <a:xfrm>
            <a:off x="1573568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FEBED8-7841-4F9B-A960-4D2E51EA9550}"/>
              </a:ext>
            </a:extLst>
          </p:cNvPr>
          <p:cNvSpPr/>
          <p:nvPr/>
        </p:nvSpPr>
        <p:spPr>
          <a:xfrm>
            <a:off x="1758520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97B6B00-5477-43B1-9014-A8DFF38B9127}"/>
              </a:ext>
            </a:extLst>
          </p:cNvPr>
          <p:cNvSpPr/>
          <p:nvPr/>
        </p:nvSpPr>
        <p:spPr>
          <a:xfrm>
            <a:off x="1931240" y="327971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63A924-B164-41CA-965B-0F2EE2C56D70}"/>
              </a:ext>
            </a:extLst>
          </p:cNvPr>
          <p:cNvSpPr/>
          <p:nvPr/>
        </p:nvSpPr>
        <p:spPr>
          <a:xfrm>
            <a:off x="693392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F3FD-0FE3-42B3-A025-4809085EC9D8}"/>
              </a:ext>
            </a:extLst>
          </p:cNvPr>
          <p:cNvSpPr/>
          <p:nvPr/>
        </p:nvSpPr>
        <p:spPr>
          <a:xfrm>
            <a:off x="866112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1C701E-A76D-40B5-99C5-A959A160F00A}"/>
              </a:ext>
            </a:extLst>
          </p:cNvPr>
          <p:cNvSpPr/>
          <p:nvPr/>
        </p:nvSpPr>
        <p:spPr>
          <a:xfrm>
            <a:off x="1051064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5548881-C340-4C12-AE17-5576FA5B2BE9}"/>
              </a:ext>
            </a:extLst>
          </p:cNvPr>
          <p:cNvSpPr/>
          <p:nvPr/>
        </p:nvSpPr>
        <p:spPr>
          <a:xfrm>
            <a:off x="1223784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255D6B-D645-4314-A4D2-13FDD676AE8E}"/>
              </a:ext>
            </a:extLst>
          </p:cNvPr>
          <p:cNvSpPr/>
          <p:nvPr/>
        </p:nvSpPr>
        <p:spPr>
          <a:xfrm>
            <a:off x="1398576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4B01E6-5799-4EBF-AA24-1CF91367FFB7}"/>
              </a:ext>
            </a:extLst>
          </p:cNvPr>
          <p:cNvSpPr/>
          <p:nvPr/>
        </p:nvSpPr>
        <p:spPr>
          <a:xfrm>
            <a:off x="1571296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AD0180B-F57E-46F8-92A8-5259DE1623E0}"/>
              </a:ext>
            </a:extLst>
          </p:cNvPr>
          <p:cNvSpPr/>
          <p:nvPr/>
        </p:nvSpPr>
        <p:spPr>
          <a:xfrm>
            <a:off x="1756248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1E9D478-4FF0-4E6A-A818-2FFBC6A49D39}"/>
              </a:ext>
            </a:extLst>
          </p:cNvPr>
          <p:cNvSpPr/>
          <p:nvPr/>
        </p:nvSpPr>
        <p:spPr>
          <a:xfrm>
            <a:off x="1928968" y="3503251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FC75B0-AA58-41F7-85EC-0EE36F1AB739}"/>
              </a:ext>
            </a:extLst>
          </p:cNvPr>
          <p:cNvSpPr/>
          <p:nvPr/>
        </p:nvSpPr>
        <p:spPr>
          <a:xfrm>
            <a:off x="555096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2FAF009-320A-432A-8B80-60DAB237D3FA}"/>
              </a:ext>
            </a:extLst>
          </p:cNvPr>
          <p:cNvSpPr/>
          <p:nvPr/>
        </p:nvSpPr>
        <p:spPr>
          <a:xfrm>
            <a:off x="727816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39032BD-4FFD-42C5-A8EC-E9B4C591160D}"/>
              </a:ext>
            </a:extLst>
          </p:cNvPr>
          <p:cNvSpPr/>
          <p:nvPr/>
        </p:nvSpPr>
        <p:spPr>
          <a:xfrm>
            <a:off x="994048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FEE326D-6CA2-4281-9D08-997A0B2AB8F7}"/>
              </a:ext>
            </a:extLst>
          </p:cNvPr>
          <p:cNvSpPr/>
          <p:nvPr/>
        </p:nvSpPr>
        <p:spPr>
          <a:xfrm>
            <a:off x="1166768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82F804D-F130-47EB-8329-1A8293809143}"/>
              </a:ext>
            </a:extLst>
          </p:cNvPr>
          <p:cNvSpPr/>
          <p:nvPr/>
        </p:nvSpPr>
        <p:spPr>
          <a:xfrm>
            <a:off x="1402520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BA8EA2D-C7BF-4457-AC2C-4C169FBC3619}"/>
              </a:ext>
            </a:extLst>
          </p:cNvPr>
          <p:cNvSpPr/>
          <p:nvPr/>
        </p:nvSpPr>
        <p:spPr>
          <a:xfrm>
            <a:off x="1575240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A563D2-9022-491D-ABB9-679FB0341670}"/>
              </a:ext>
            </a:extLst>
          </p:cNvPr>
          <p:cNvSpPr/>
          <p:nvPr/>
        </p:nvSpPr>
        <p:spPr>
          <a:xfrm>
            <a:off x="1831312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4D91A4D-EA4D-4BD6-8616-14D7BF0481E0}"/>
              </a:ext>
            </a:extLst>
          </p:cNvPr>
          <p:cNvSpPr/>
          <p:nvPr/>
        </p:nvSpPr>
        <p:spPr>
          <a:xfrm>
            <a:off x="2004032" y="433633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53DE40A-83A1-4A6A-9FB1-9AE4C46E551A}"/>
              </a:ext>
            </a:extLst>
          </p:cNvPr>
          <p:cNvSpPr/>
          <p:nvPr/>
        </p:nvSpPr>
        <p:spPr>
          <a:xfrm>
            <a:off x="551152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01CEFB0-22FD-4FB7-94E4-0CD77681C01A}"/>
              </a:ext>
            </a:extLst>
          </p:cNvPr>
          <p:cNvSpPr/>
          <p:nvPr/>
        </p:nvSpPr>
        <p:spPr>
          <a:xfrm>
            <a:off x="723872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9AFF6D-F99B-4697-835C-FF27AE6B6939}"/>
              </a:ext>
            </a:extLst>
          </p:cNvPr>
          <p:cNvSpPr/>
          <p:nvPr/>
        </p:nvSpPr>
        <p:spPr>
          <a:xfrm>
            <a:off x="990104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CEF821A-6A52-4990-B74C-F49FDCC38645}"/>
              </a:ext>
            </a:extLst>
          </p:cNvPr>
          <p:cNvSpPr/>
          <p:nvPr/>
        </p:nvSpPr>
        <p:spPr>
          <a:xfrm>
            <a:off x="1162824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FC007E-E1C1-45B4-8FEB-B13908AB8841}"/>
              </a:ext>
            </a:extLst>
          </p:cNvPr>
          <p:cNvSpPr/>
          <p:nvPr/>
        </p:nvSpPr>
        <p:spPr>
          <a:xfrm>
            <a:off x="1398576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CC745EA-6123-4092-BD6E-A2E17D8FF4B0}"/>
              </a:ext>
            </a:extLst>
          </p:cNvPr>
          <p:cNvSpPr/>
          <p:nvPr/>
        </p:nvSpPr>
        <p:spPr>
          <a:xfrm>
            <a:off x="1571296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8EF0DB1-B219-476F-A365-38471F94C709}"/>
              </a:ext>
            </a:extLst>
          </p:cNvPr>
          <p:cNvSpPr/>
          <p:nvPr/>
        </p:nvSpPr>
        <p:spPr>
          <a:xfrm>
            <a:off x="1827368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5F5EBDC-12C0-4836-BC4C-90A967444AF9}"/>
              </a:ext>
            </a:extLst>
          </p:cNvPr>
          <p:cNvSpPr/>
          <p:nvPr/>
        </p:nvSpPr>
        <p:spPr>
          <a:xfrm>
            <a:off x="2000088" y="45801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34C8D3D-56AC-4A66-BDB1-EDB3D804C0EF}"/>
              </a:ext>
            </a:extLst>
          </p:cNvPr>
          <p:cNvSpPr/>
          <p:nvPr/>
        </p:nvSpPr>
        <p:spPr>
          <a:xfrm>
            <a:off x="557368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9E860BA-DCB3-44DC-9570-273081CE5595}"/>
              </a:ext>
            </a:extLst>
          </p:cNvPr>
          <p:cNvSpPr/>
          <p:nvPr/>
        </p:nvSpPr>
        <p:spPr>
          <a:xfrm>
            <a:off x="730088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3F92248-6F86-418C-B30E-836D0994F1CA}"/>
              </a:ext>
            </a:extLst>
          </p:cNvPr>
          <p:cNvSpPr/>
          <p:nvPr/>
        </p:nvSpPr>
        <p:spPr>
          <a:xfrm>
            <a:off x="996320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9A7DD46-B88F-4DA1-9430-7722966645F7}"/>
              </a:ext>
            </a:extLst>
          </p:cNvPr>
          <p:cNvSpPr/>
          <p:nvPr/>
        </p:nvSpPr>
        <p:spPr>
          <a:xfrm>
            <a:off x="1169040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C45AB4F-0072-4D93-B41D-1D086983506F}"/>
              </a:ext>
            </a:extLst>
          </p:cNvPr>
          <p:cNvSpPr/>
          <p:nvPr/>
        </p:nvSpPr>
        <p:spPr>
          <a:xfrm>
            <a:off x="1404792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C1B0F6D-4F09-43B3-B6BB-73C2FCF9D334}"/>
              </a:ext>
            </a:extLst>
          </p:cNvPr>
          <p:cNvSpPr/>
          <p:nvPr/>
        </p:nvSpPr>
        <p:spPr>
          <a:xfrm>
            <a:off x="1577512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BEFEAE3-5AC5-4BBB-8A45-0EAF3C582521}"/>
              </a:ext>
            </a:extLst>
          </p:cNvPr>
          <p:cNvSpPr/>
          <p:nvPr/>
        </p:nvSpPr>
        <p:spPr>
          <a:xfrm>
            <a:off x="1833584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3F552DF-BF0B-4E12-A4EA-B09216346934}"/>
              </a:ext>
            </a:extLst>
          </p:cNvPr>
          <p:cNvSpPr/>
          <p:nvPr/>
        </p:nvSpPr>
        <p:spPr>
          <a:xfrm>
            <a:off x="2006304" y="481387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68175FB-ACDD-4CCF-A612-E926BCBE82BB}"/>
              </a:ext>
            </a:extLst>
          </p:cNvPr>
          <p:cNvSpPr/>
          <p:nvPr/>
        </p:nvSpPr>
        <p:spPr>
          <a:xfrm>
            <a:off x="553424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69A001-C247-4311-B7B9-D9733E279240}"/>
              </a:ext>
            </a:extLst>
          </p:cNvPr>
          <p:cNvSpPr/>
          <p:nvPr/>
        </p:nvSpPr>
        <p:spPr>
          <a:xfrm>
            <a:off x="726144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93B1F72-988D-46B2-862B-EB25B3D7B4FF}"/>
              </a:ext>
            </a:extLst>
          </p:cNvPr>
          <p:cNvSpPr/>
          <p:nvPr/>
        </p:nvSpPr>
        <p:spPr>
          <a:xfrm>
            <a:off x="992376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D3D3F3-B08B-47A6-8C39-41BDFFB3FB61}"/>
              </a:ext>
            </a:extLst>
          </p:cNvPr>
          <p:cNvSpPr/>
          <p:nvPr/>
        </p:nvSpPr>
        <p:spPr>
          <a:xfrm>
            <a:off x="1165096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443C511-B60C-4174-8169-6DCEB5A0FB99}"/>
              </a:ext>
            </a:extLst>
          </p:cNvPr>
          <p:cNvSpPr/>
          <p:nvPr/>
        </p:nvSpPr>
        <p:spPr>
          <a:xfrm>
            <a:off x="1400848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2D7AC98-5FD1-4C44-B1F2-A49F3CD5E191}"/>
              </a:ext>
            </a:extLst>
          </p:cNvPr>
          <p:cNvSpPr/>
          <p:nvPr/>
        </p:nvSpPr>
        <p:spPr>
          <a:xfrm>
            <a:off x="1573568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542FBBB-EC09-4AC1-8237-062B53D133DE}"/>
              </a:ext>
            </a:extLst>
          </p:cNvPr>
          <p:cNvSpPr/>
          <p:nvPr/>
        </p:nvSpPr>
        <p:spPr>
          <a:xfrm>
            <a:off x="1829640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6069EE-6D35-492B-8141-EEFCFE8429E8}"/>
              </a:ext>
            </a:extLst>
          </p:cNvPr>
          <p:cNvSpPr/>
          <p:nvPr/>
        </p:nvSpPr>
        <p:spPr>
          <a:xfrm>
            <a:off x="2002360" y="505771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0ABB3A8-C9A4-4DB2-86E4-E2E2D555526D}"/>
              </a:ext>
            </a:extLst>
          </p:cNvPr>
          <p:cNvSpPr/>
          <p:nvPr/>
        </p:nvSpPr>
        <p:spPr>
          <a:xfrm>
            <a:off x="551152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D0E13B1-0A47-4B80-AC67-249D479A6534}"/>
              </a:ext>
            </a:extLst>
          </p:cNvPr>
          <p:cNvSpPr/>
          <p:nvPr/>
        </p:nvSpPr>
        <p:spPr>
          <a:xfrm>
            <a:off x="723872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E9F593C-627F-4D60-AF76-98215672A8F4}"/>
              </a:ext>
            </a:extLst>
          </p:cNvPr>
          <p:cNvSpPr/>
          <p:nvPr/>
        </p:nvSpPr>
        <p:spPr>
          <a:xfrm>
            <a:off x="990104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65C41CC-CD47-4E5B-87C4-C6F211E4CEF3}"/>
              </a:ext>
            </a:extLst>
          </p:cNvPr>
          <p:cNvSpPr/>
          <p:nvPr/>
        </p:nvSpPr>
        <p:spPr>
          <a:xfrm>
            <a:off x="1162824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25B3186-8C20-4DF4-96EF-EB6377D04B74}"/>
              </a:ext>
            </a:extLst>
          </p:cNvPr>
          <p:cNvSpPr/>
          <p:nvPr/>
        </p:nvSpPr>
        <p:spPr>
          <a:xfrm>
            <a:off x="1398576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B652715-CEF7-403B-9D2B-69AD1FAA6D5B}"/>
              </a:ext>
            </a:extLst>
          </p:cNvPr>
          <p:cNvSpPr/>
          <p:nvPr/>
        </p:nvSpPr>
        <p:spPr>
          <a:xfrm>
            <a:off x="1571296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B655695-006D-407C-9B3C-7BDFAAE1B0AD}"/>
              </a:ext>
            </a:extLst>
          </p:cNvPr>
          <p:cNvSpPr/>
          <p:nvPr/>
        </p:nvSpPr>
        <p:spPr>
          <a:xfrm>
            <a:off x="1827368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28EF4EC-389F-4FB4-944D-6D1E07522D70}"/>
              </a:ext>
            </a:extLst>
          </p:cNvPr>
          <p:cNvSpPr/>
          <p:nvPr/>
        </p:nvSpPr>
        <p:spPr>
          <a:xfrm>
            <a:off x="2000088" y="5281252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/>
              <p:nvPr/>
            </p:nvSpPr>
            <p:spPr>
              <a:xfrm>
                <a:off x="549599" y="5433573"/>
                <a:ext cx="307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99" y="5433573"/>
                <a:ext cx="307905" cy="276999"/>
              </a:xfrm>
              <a:prstGeom prst="rect">
                <a:avLst/>
              </a:prstGeom>
              <a:blipFill>
                <a:blip r:embed="rId2"/>
                <a:stretch>
                  <a:fillRect l="-23529" r="-7843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/>
              <p:nvPr/>
            </p:nvSpPr>
            <p:spPr>
              <a:xfrm>
                <a:off x="988032" y="5443733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32" y="5443733"/>
                <a:ext cx="313227" cy="276999"/>
              </a:xfrm>
              <a:prstGeom prst="rect">
                <a:avLst/>
              </a:prstGeom>
              <a:blipFill>
                <a:blip r:embed="rId3"/>
                <a:stretch>
                  <a:fillRect l="-23529" r="-9804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/>
              <p:nvPr/>
            </p:nvSpPr>
            <p:spPr>
              <a:xfrm>
                <a:off x="1423699" y="5443832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699" y="5443832"/>
                <a:ext cx="313227" cy="276999"/>
              </a:xfrm>
              <a:prstGeom prst="rect">
                <a:avLst/>
              </a:prstGeom>
              <a:blipFill>
                <a:blip r:embed="rId4"/>
                <a:stretch>
                  <a:fillRect l="-23529" r="-784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/>
              <p:nvPr/>
            </p:nvSpPr>
            <p:spPr>
              <a:xfrm>
                <a:off x="1862132" y="5453992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32" y="5453992"/>
                <a:ext cx="313227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3D4AFDB2-F8D4-45E5-B76D-FA9E40D7DD27}"/>
              </a:ext>
            </a:extLst>
          </p:cNvPr>
          <p:cNvSpPr txBox="1"/>
          <p:nvPr/>
        </p:nvSpPr>
        <p:spPr>
          <a:xfrm>
            <a:off x="444766" y="567485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9328664-ED0A-47B2-9B6E-2357892B5A34}"/>
              </a:ext>
            </a:extLst>
          </p:cNvPr>
          <p:cNvSpPr txBox="1"/>
          <p:nvPr/>
        </p:nvSpPr>
        <p:spPr>
          <a:xfrm>
            <a:off x="901966" y="567485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E9ABA9-74FD-49EE-AFB9-60967C9A6F93}"/>
              </a:ext>
            </a:extLst>
          </p:cNvPr>
          <p:cNvSpPr txBox="1"/>
          <p:nvPr/>
        </p:nvSpPr>
        <p:spPr>
          <a:xfrm>
            <a:off x="1320418" y="56734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28FF9F2-AD6D-432B-917C-CBC1C78D1B3C}"/>
              </a:ext>
            </a:extLst>
          </p:cNvPr>
          <p:cNvSpPr txBox="1"/>
          <p:nvPr/>
        </p:nvSpPr>
        <p:spPr>
          <a:xfrm>
            <a:off x="1739458" y="566152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A266AD3-7D55-4B1B-9F1C-895866232A4F}"/>
              </a:ext>
            </a:extLst>
          </p:cNvPr>
          <p:cNvSpPr/>
          <p:nvPr/>
        </p:nvSpPr>
        <p:spPr>
          <a:xfrm>
            <a:off x="3335192" y="200399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81D303C-2DDE-45FE-BD07-98A27A359D3C}"/>
              </a:ext>
            </a:extLst>
          </p:cNvPr>
          <p:cNvSpPr/>
          <p:nvPr/>
        </p:nvSpPr>
        <p:spPr>
          <a:xfrm>
            <a:off x="3507912" y="200399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A6533E5-28BD-4F90-9F13-9358BC605480}"/>
              </a:ext>
            </a:extLst>
          </p:cNvPr>
          <p:cNvSpPr/>
          <p:nvPr/>
        </p:nvSpPr>
        <p:spPr>
          <a:xfrm>
            <a:off x="3774144" y="200399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96B179B-FFF5-4308-BE3D-3AA962380082}"/>
              </a:ext>
            </a:extLst>
          </p:cNvPr>
          <p:cNvSpPr/>
          <p:nvPr/>
        </p:nvSpPr>
        <p:spPr>
          <a:xfrm>
            <a:off x="3946864" y="200399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C290B9D-D4C0-4DDD-861A-0A0438842C04}"/>
              </a:ext>
            </a:extLst>
          </p:cNvPr>
          <p:cNvSpPr/>
          <p:nvPr/>
        </p:nvSpPr>
        <p:spPr>
          <a:xfrm>
            <a:off x="4182616" y="200399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7F9AD8E-0351-476F-A9E3-BD2B7A7324F3}"/>
              </a:ext>
            </a:extLst>
          </p:cNvPr>
          <p:cNvSpPr/>
          <p:nvPr/>
        </p:nvSpPr>
        <p:spPr>
          <a:xfrm>
            <a:off x="4355336" y="200399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812FED-BAB4-494C-B170-A6AD0F6B3D3C}"/>
              </a:ext>
            </a:extLst>
          </p:cNvPr>
          <p:cNvSpPr/>
          <p:nvPr/>
        </p:nvSpPr>
        <p:spPr>
          <a:xfrm>
            <a:off x="4611408" y="200399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FA40244-8A8D-4BD6-A9EB-893AEC72FE10}"/>
              </a:ext>
            </a:extLst>
          </p:cNvPr>
          <p:cNvSpPr/>
          <p:nvPr/>
        </p:nvSpPr>
        <p:spPr>
          <a:xfrm>
            <a:off x="4784128" y="200399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84313E-069B-42C3-B66D-B79C35282B33}"/>
              </a:ext>
            </a:extLst>
          </p:cNvPr>
          <p:cNvSpPr/>
          <p:nvPr/>
        </p:nvSpPr>
        <p:spPr>
          <a:xfrm>
            <a:off x="3331248" y="224783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73A9D39-DF39-4C07-91A8-C03544369938}"/>
              </a:ext>
            </a:extLst>
          </p:cNvPr>
          <p:cNvSpPr/>
          <p:nvPr/>
        </p:nvSpPr>
        <p:spPr>
          <a:xfrm>
            <a:off x="3503968" y="224783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EAB9CF0-8642-4BA1-A4E0-4246FFDBE7A6}"/>
              </a:ext>
            </a:extLst>
          </p:cNvPr>
          <p:cNvSpPr/>
          <p:nvPr/>
        </p:nvSpPr>
        <p:spPr>
          <a:xfrm>
            <a:off x="3770200" y="224783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6FC5870-BBBB-425F-855E-DC6F71F4087C}"/>
              </a:ext>
            </a:extLst>
          </p:cNvPr>
          <p:cNvSpPr/>
          <p:nvPr/>
        </p:nvSpPr>
        <p:spPr>
          <a:xfrm>
            <a:off x="3942920" y="224783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A7A2D94-6D27-4F26-9764-A56B450AFCE6}"/>
              </a:ext>
            </a:extLst>
          </p:cNvPr>
          <p:cNvSpPr/>
          <p:nvPr/>
        </p:nvSpPr>
        <p:spPr>
          <a:xfrm>
            <a:off x="4178672" y="224783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5F1A522-AAB3-4343-815A-1E194A62BC58}"/>
              </a:ext>
            </a:extLst>
          </p:cNvPr>
          <p:cNvSpPr/>
          <p:nvPr/>
        </p:nvSpPr>
        <p:spPr>
          <a:xfrm>
            <a:off x="4351392" y="224783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477031B-D8FB-4E9F-9FFF-C77F9FDE0213}"/>
              </a:ext>
            </a:extLst>
          </p:cNvPr>
          <p:cNvSpPr/>
          <p:nvPr/>
        </p:nvSpPr>
        <p:spPr>
          <a:xfrm>
            <a:off x="4607464" y="224783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57A076B-ED6C-4BAA-BC6D-A17DF87C7501}"/>
              </a:ext>
            </a:extLst>
          </p:cNvPr>
          <p:cNvSpPr/>
          <p:nvPr/>
        </p:nvSpPr>
        <p:spPr>
          <a:xfrm>
            <a:off x="4780184" y="224783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6BF0BCE-7ACF-4EA2-B7DD-CBEE2E85A037}"/>
              </a:ext>
            </a:extLst>
          </p:cNvPr>
          <p:cNvSpPr/>
          <p:nvPr/>
        </p:nvSpPr>
        <p:spPr>
          <a:xfrm>
            <a:off x="3337464" y="248153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2A70843-9CC8-471F-88CC-D04B163EF06D}"/>
              </a:ext>
            </a:extLst>
          </p:cNvPr>
          <p:cNvSpPr/>
          <p:nvPr/>
        </p:nvSpPr>
        <p:spPr>
          <a:xfrm>
            <a:off x="3510184" y="248153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50D2331-D6A1-41C5-9156-B70CB5B45940}"/>
              </a:ext>
            </a:extLst>
          </p:cNvPr>
          <p:cNvSpPr/>
          <p:nvPr/>
        </p:nvSpPr>
        <p:spPr>
          <a:xfrm>
            <a:off x="3776416" y="248153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E67ECD3-6D8E-4B7F-AAF2-459100D22E23}"/>
              </a:ext>
            </a:extLst>
          </p:cNvPr>
          <p:cNvSpPr/>
          <p:nvPr/>
        </p:nvSpPr>
        <p:spPr>
          <a:xfrm>
            <a:off x="3949136" y="248153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03BF867-61B8-440A-8046-4F2F04520E5C}"/>
              </a:ext>
            </a:extLst>
          </p:cNvPr>
          <p:cNvSpPr/>
          <p:nvPr/>
        </p:nvSpPr>
        <p:spPr>
          <a:xfrm>
            <a:off x="4184888" y="248153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78BDA8A-9CAD-4CD6-9775-13C19D109F83}"/>
              </a:ext>
            </a:extLst>
          </p:cNvPr>
          <p:cNvSpPr/>
          <p:nvPr/>
        </p:nvSpPr>
        <p:spPr>
          <a:xfrm>
            <a:off x="4357608" y="248153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C6DD5D3-A373-4678-A42B-D81C4DF4D9C9}"/>
              </a:ext>
            </a:extLst>
          </p:cNvPr>
          <p:cNvSpPr/>
          <p:nvPr/>
        </p:nvSpPr>
        <p:spPr>
          <a:xfrm>
            <a:off x="4613680" y="248153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6D1338C-86AE-4DFF-A1D0-506A3E566493}"/>
              </a:ext>
            </a:extLst>
          </p:cNvPr>
          <p:cNvSpPr/>
          <p:nvPr/>
        </p:nvSpPr>
        <p:spPr>
          <a:xfrm>
            <a:off x="4786400" y="248153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38F084D-48F2-48CE-B2D4-40525E532455}"/>
              </a:ext>
            </a:extLst>
          </p:cNvPr>
          <p:cNvSpPr/>
          <p:nvPr/>
        </p:nvSpPr>
        <p:spPr>
          <a:xfrm>
            <a:off x="3333520" y="272537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7346740-53C6-4478-BBAC-C2360BAF3626}"/>
              </a:ext>
            </a:extLst>
          </p:cNvPr>
          <p:cNvSpPr/>
          <p:nvPr/>
        </p:nvSpPr>
        <p:spPr>
          <a:xfrm>
            <a:off x="3506240" y="272537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350C44D-29D3-403C-97FE-E944841A01E5}"/>
              </a:ext>
            </a:extLst>
          </p:cNvPr>
          <p:cNvSpPr/>
          <p:nvPr/>
        </p:nvSpPr>
        <p:spPr>
          <a:xfrm>
            <a:off x="3772472" y="272537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A59BD7-723B-4832-9559-6CF22F0DE8F6}"/>
              </a:ext>
            </a:extLst>
          </p:cNvPr>
          <p:cNvSpPr/>
          <p:nvPr/>
        </p:nvSpPr>
        <p:spPr>
          <a:xfrm>
            <a:off x="3945192" y="272537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C58FD451-265B-4292-8220-C6DB6500ADEC}"/>
              </a:ext>
            </a:extLst>
          </p:cNvPr>
          <p:cNvSpPr/>
          <p:nvPr/>
        </p:nvSpPr>
        <p:spPr>
          <a:xfrm>
            <a:off x="4180944" y="272537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8C3A5BBA-F83F-4532-9A7C-47C4BBB8D2EB}"/>
              </a:ext>
            </a:extLst>
          </p:cNvPr>
          <p:cNvSpPr/>
          <p:nvPr/>
        </p:nvSpPr>
        <p:spPr>
          <a:xfrm>
            <a:off x="4353664" y="272537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1AF1B81-B865-46B1-BF52-D39CC1C13091}"/>
              </a:ext>
            </a:extLst>
          </p:cNvPr>
          <p:cNvSpPr/>
          <p:nvPr/>
        </p:nvSpPr>
        <p:spPr>
          <a:xfrm>
            <a:off x="4609736" y="272537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8B04303-9A00-43D2-BDC0-FBBC2295077C}"/>
              </a:ext>
            </a:extLst>
          </p:cNvPr>
          <p:cNvSpPr/>
          <p:nvPr/>
        </p:nvSpPr>
        <p:spPr>
          <a:xfrm>
            <a:off x="4782456" y="272537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567BC3F-A796-465A-8610-3C9AAD24150A}"/>
              </a:ext>
            </a:extLst>
          </p:cNvPr>
          <p:cNvSpPr/>
          <p:nvPr/>
        </p:nvSpPr>
        <p:spPr>
          <a:xfrm>
            <a:off x="3331248" y="294891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2F78B85-9A39-4688-BA66-1CAADB98DB4B}"/>
              </a:ext>
            </a:extLst>
          </p:cNvPr>
          <p:cNvSpPr/>
          <p:nvPr/>
        </p:nvSpPr>
        <p:spPr>
          <a:xfrm>
            <a:off x="3503968" y="2948915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02BE4C4-2FB6-4CFB-959B-1CEB34436A8F}"/>
              </a:ext>
            </a:extLst>
          </p:cNvPr>
          <p:cNvSpPr/>
          <p:nvPr/>
        </p:nvSpPr>
        <p:spPr>
          <a:xfrm>
            <a:off x="3770200" y="294891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843B0F6-8D50-4320-A7B1-19F9A3551964}"/>
              </a:ext>
            </a:extLst>
          </p:cNvPr>
          <p:cNvSpPr/>
          <p:nvPr/>
        </p:nvSpPr>
        <p:spPr>
          <a:xfrm>
            <a:off x="3942920" y="2948915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E2B3A28-F591-4A27-8339-34C81CBA1296}"/>
              </a:ext>
            </a:extLst>
          </p:cNvPr>
          <p:cNvSpPr/>
          <p:nvPr/>
        </p:nvSpPr>
        <p:spPr>
          <a:xfrm>
            <a:off x="4178672" y="294891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2BCA647D-B6F5-495F-BDD9-28FB45FA679E}"/>
              </a:ext>
            </a:extLst>
          </p:cNvPr>
          <p:cNvSpPr/>
          <p:nvPr/>
        </p:nvSpPr>
        <p:spPr>
          <a:xfrm>
            <a:off x="4351392" y="2948915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5D7F5D3-557E-476C-8F3F-39284B2FC241}"/>
              </a:ext>
            </a:extLst>
          </p:cNvPr>
          <p:cNvSpPr/>
          <p:nvPr/>
        </p:nvSpPr>
        <p:spPr>
          <a:xfrm>
            <a:off x="4607464" y="294891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30D68D2-778C-4E6B-AC34-E41F5450C8F0}"/>
              </a:ext>
            </a:extLst>
          </p:cNvPr>
          <p:cNvSpPr/>
          <p:nvPr/>
        </p:nvSpPr>
        <p:spPr>
          <a:xfrm>
            <a:off x="4780184" y="2948915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4D9A41B-26A1-414C-BCB3-35BC0F04B372}"/>
              </a:ext>
            </a:extLst>
          </p:cNvPr>
          <p:cNvSpPr/>
          <p:nvPr/>
        </p:nvSpPr>
        <p:spPr>
          <a:xfrm>
            <a:off x="3300968" y="435657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4AB8B99-E2F5-4775-A55A-952AD82138C4}"/>
              </a:ext>
            </a:extLst>
          </p:cNvPr>
          <p:cNvSpPr/>
          <p:nvPr/>
        </p:nvSpPr>
        <p:spPr>
          <a:xfrm>
            <a:off x="3473688" y="435657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AD0D10E-BFF2-44A1-AB1B-1D43850B5753}"/>
              </a:ext>
            </a:extLst>
          </p:cNvPr>
          <p:cNvSpPr/>
          <p:nvPr/>
        </p:nvSpPr>
        <p:spPr>
          <a:xfrm>
            <a:off x="3739920" y="435657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9D2779A-5900-4C5D-B44C-E7B3B8BB146E}"/>
              </a:ext>
            </a:extLst>
          </p:cNvPr>
          <p:cNvSpPr/>
          <p:nvPr/>
        </p:nvSpPr>
        <p:spPr>
          <a:xfrm>
            <a:off x="3912640" y="435657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F3FCF97-3611-402C-8B15-9A14821C5D20}"/>
              </a:ext>
            </a:extLst>
          </p:cNvPr>
          <p:cNvSpPr/>
          <p:nvPr/>
        </p:nvSpPr>
        <p:spPr>
          <a:xfrm>
            <a:off x="4148392" y="435657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64D320F-67A9-48F5-8DD9-60F90D03BB70}"/>
              </a:ext>
            </a:extLst>
          </p:cNvPr>
          <p:cNvSpPr/>
          <p:nvPr/>
        </p:nvSpPr>
        <p:spPr>
          <a:xfrm>
            <a:off x="4321112" y="435657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BE9DC30B-533B-41D7-8E04-A0459218CEE5}"/>
              </a:ext>
            </a:extLst>
          </p:cNvPr>
          <p:cNvSpPr/>
          <p:nvPr/>
        </p:nvSpPr>
        <p:spPr>
          <a:xfrm>
            <a:off x="4577184" y="435657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102B38E-5F5D-4ACB-A36C-6E8F412F760A}"/>
              </a:ext>
            </a:extLst>
          </p:cNvPr>
          <p:cNvSpPr/>
          <p:nvPr/>
        </p:nvSpPr>
        <p:spPr>
          <a:xfrm>
            <a:off x="4749904" y="435657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9EBBAB4D-FAB1-4A6E-A91E-3BA9347A1674}"/>
              </a:ext>
            </a:extLst>
          </p:cNvPr>
          <p:cNvSpPr/>
          <p:nvPr/>
        </p:nvSpPr>
        <p:spPr>
          <a:xfrm>
            <a:off x="3297024" y="46004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9021D91-4A84-4329-9879-01F63D9810DB}"/>
              </a:ext>
            </a:extLst>
          </p:cNvPr>
          <p:cNvSpPr/>
          <p:nvPr/>
        </p:nvSpPr>
        <p:spPr>
          <a:xfrm>
            <a:off x="3469744" y="46004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8D56D2F-1ADE-4428-A69F-FE85BD60176F}"/>
              </a:ext>
            </a:extLst>
          </p:cNvPr>
          <p:cNvSpPr/>
          <p:nvPr/>
        </p:nvSpPr>
        <p:spPr>
          <a:xfrm>
            <a:off x="3735976" y="46004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F462D30-85BE-400A-BB58-EF38BD00883B}"/>
              </a:ext>
            </a:extLst>
          </p:cNvPr>
          <p:cNvSpPr/>
          <p:nvPr/>
        </p:nvSpPr>
        <p:spPr>
          <a:xfrm>
            <a:off x="3908696" y="46004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1335C5F-F067-405D-8A38-1B54244CB309}"/>
              </a:ext>
            </a:extLst>
          </p:cNvPr>
          <p:cNvSpPr/>
          <p:nvPr/>
        </p:nvSpPr>
        <p:spPr>
          <a:xfrm>
            <a:off x="4144448" y="46004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D312378-DE6F-4508-BB85-1B0C714C3D40}"/>
              </a:ext>
            </a:extLst>
          </p:cNvPr>
          <p:cNvSpPr/>
          <p:nvPr/>
        </p:nvSpPr>
        <p:spPr>
          <a:xfrm>
            <a:off x="4317168" y="46004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7236B78-5C22-410B-9E50-97D81A173AD0}"/>
              </a:ext>
            </a:extLst>
          </p:cNvPr>
          <p:cNvSpPr/>
          <p:nvPr/>
        </p:nvSpPr>
        <p:spPr>
          <a:xfrm>
            <a:off x="4573240" y="46004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B845F1C-608A-4E2C-B63D-B802BC03769B}"/>
              </a:ext>
            </a:extLst>
          </p:cNvPr>
          <p:cNvSpPr/>
          <p:nvPr/>
        </p:nvSpPr>
        <p:spPr>
          <a:xfrm>
            <a:off x="4745960" y="46004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8CAAA39-4961-401C-A0FC-E8212BF84CEF}"/>
              </a:ext>
            </a:extLst>
          </p:cNvPr>
          <p:cNvSpPr/>
          <p:nvPr/>
        </p:nvSpPr>
        <p:spPr>
          <a:xfrm>
            <a:off x="3303240" y="48341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D6C21D8-820B-4503-B7FC-C6F63BCF3471}"/>
              </a:ext>
            </a:extLst>
          </p:cNvPr>
          <p:cNvSpPr/>
          <p:nvPr/>
        </p:nvSpPr>
        <p:spPr>
          <a:xfrm>
            <a:off x="3475960" y="48341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AB73F18-05E4-494F-B763-75D3F643AF09}"/>
              </a:ext>
            </a:extLst>
          </p:cNvPr>
          <p:cNvSpPr/>
          <p:nvPr/>
        </p:nvSpPr>
        <p:spPr>
          <a:xfrm>
            <a:off x="3742192" y="48341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DE8CE78-DA30-4983-84F2-69A982F4D837}"/>
              </a:ext>
            </a:extLst>
          </p:cNvPr>
          <p:cNvSpPr/>
          <p:nvPr/>
        </p:nvSpPr>
        <p:spPr>
          <a:xfrm>
            <a:off x="3914912" y="48341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9089594-BA0A-41F2-BA7D-3AE82C89D439}"/>
              </a:ext>
            </a:extLst>
          </p:cNvPr>
          <p:cNvSpPr/>
          <p:nvPr/>
        </p:nvSpPr>
        <p:spPr>
          <a:xfrm>
            <a:off x="4150664" y="48341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00652F5-B649-4733-A98E-6013857A4780}"/>
              </a:ext>
            </a:extLst>
          </p:cNvPr>
          <p:cNvSpPr/>
          <p:nvPr/>
        </p:nvSpPr>
        <p:spPr>
          <a:xfrm>
            <a:off x="4323384" y="48341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C2AA185-93E9-4E8A-8236-175207DD99F6}"/>
              </a:ext>
            </a:extLst>
          </p:cNvPr>
          <p:cNvSpPr/>
          <p:nvPr/>
        </p:nvSpPr>
        <p:spPr>
          <a:xfrm>
            <a:off x="4579456" y="48341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C063E91-FBE6-4AAE-B976-26EF871D59C2}"/>
              </a:ext>
            </a:extLst>
          </p:cNvPr>
          <p:cNvSpPr/>
          <p:nvPr/>
        </p:nvSpPr>
        <p:spPr>
          <a:xfrm>
            <a:off x="4752176" y="48341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DE716039-5CE5-4116-96FB-B2CFD3895756}"/>
              </a:ext>
            </a:extLst>
          </p:cNvPr>
          <p:cNvSpPr/>
          <p:nvPr/>
        </p:nvSpPr>
        <p:spPr>
          <a:xfrm>
            <a:off x="3299296" y="507795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7FD536D-644B-46F0-884C-B4BF0A05965B}"/>
              </a:ext>
            </a:extLst>
          </p:cNvPr>
          <p:cNvSpPr/>
          <p:nvPr/>
        </p:nvSpPr>
        <p:spPr>
          <a:xfrm>
            <a:off x="3472016" y="507795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50754E6-ED45-40B6-A96F-EBED4D80C0E5}"/>
              </a:ext>
            </a:extLst>
          </p:cNvPr>
          <p:cNvSpPr/>
          <p:nvPr/>
        </p:nvSpPr>
        <p:spPr>
          <a:xfrm>
            <a:off x="3738248" y="507795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81ABD7CF-8177-4FDA-AB43-E2DEBFD5C74D}"/>
              </a:ext>
            </a:extLst>
          </p:cNvPr>
          <p:cNvSpPr/>
          <p:nvPr/>
        </p:nvSpPr>
        <p:spPr>
          <a:xfrm>
            <a:off x="3910968" y="507795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C076512-8BC8-40A6-A61C-24414A2E91D8}"/>
              </a:ext>
            </a:extLst>
          </p:cNvPr>
          <p:cNvSpPr/>
          <p:nvPr/>
        </p:nvSpPr>
        <p:spPr>
          <a:xfrm>
            <a:off x="4146720" y="507795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3370658-450B-4EB1-9AB2-15B952CC8964}"/>
              </a:ext>
            </a:extLst>
          </p:cNvPr>
          <p:cNvSpPr/>
          <p:nvPr/>
        </p:nvSpPr>
        <p:spPr>
          <a:xfrm>
            <a:off x="4319440" y="507795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D82A3017-4046-4734-B534-611D494A80E0}"/>
              </a:ext>
            </a:extLst>
          </p:cNvPr>
          <p:cNvSpPr/>
          <p:nvPr/>
        </p:nvSpPr>
        <p:spPr>
          <a:xfrm>
            <a:off x="4575512" y="507795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AC17C81-F0E3-4F8A-ABBB-B978E2E0580A}"/>
              </a:ext>
            </a:extLst>
          </p:cNvPr>
          <p:cNvSpPr/>
          <p:nvPr/>
        </p:nvSpPr>
        <p:spPr>
          <a:xfrm>
            <a:off x="4748232" y="507795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D890C33-E852-4A8C-B49F-33010D0E9C20}"/>
              </a:ext>
            </a:extLst>
          </p:cNvPr>
          <p:cNvSpPr/>
          <p:nvPr/>
        </p:nvSpPr>
        <p:spPr>
          <a:xfrm>
            <a:off x="3297024" y="530149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9DD00B5-8635-47B2-90A3-A98AD26C70F3}"/>
              </a:ext>
            </a:extLst>
          </p:cNvPr>
          <p:cNvSpPr/>
          <p:nvPr/>
        </p:nvSpPr>
        <p:spPr>
          <a:xfrm>
            <a:off x="3469744" y="530149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D125578-38EB-4E39-BE5D-961241FD2BBC}"/>
              </a:ext>
            </a:extLst>
          </p:cNvPr>
          <p:cNvSpPr/>
          <p:nvPr/>
        </p:nvSpPr>
        <p:spPr>
          <a:xfrm>
            <a:off x="3735976" y="530149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625D31D-F147-4D52-83D5-8E5920BC88C9}"/>
              </a:ext>
            </a:extLst>
          </p:cNvPr>
          <p:cNvSpPr/>
          <p:nvPr/>
        </p:nvSpPr>
        <p:spPr>
          <a:xfrm>
            <a:off x="3908696" y="530149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517586F5-991D-436D-B35E-CEA9DC079842}"/>
              </a:ext>
            </a:extLst>
          </p:cNvPr>
          <p:cNvSpPr/>
          <p:nvPr/>
        </p:nvSpPr>
        <p:spPr>
          <a:xfrm>
            <a:off x="4144448" y="530149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8224E413-B003-4454-B734-8A207683C2FA}"/>
              </a:ext>
            </a:extLst>
          </p:cNvPr>
          <p:cNvSpPr/>
          <p:nvPr/>
        </p:nvSpPr>
        <p:spPr>
          <a:xfrm>
            <a:off x="4317168" y="530149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781DAF1-761D-4F77-92DC-B41239C90449}"/>
              </a:ext>
            </a:extLst>
          </p:cNvPr>
          <p:cNvSpPr/>
          <p:nvPr/>
        </p:nvSpPr>
        <p:spPr>
          <a:xfrm>
            <a:off x="4573240" y="530149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3DCA65FF-E728-43EA-9528-AE45F7B0DC4C}"/>
              </a:ext>
            </a:extLst>
          </p:cNvPr>
          <p:cNvSpPr/>
          <p:nvPr/>
        </p:nvSpPr>
        <p:spPr>
          <a:xfrm>
            <a:off x="4745960" y="530149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D1042CC2-9A7F-4986-A5C8-C77F45F421B0}"/>
              </a:ext>
            </a:extLst>
          </p:cNvPr>
          <p:cNvSpPr/>
          <p:nvPr/>
        </p:nvSpPr>
        <p:spPr>
          <a:xfrm>
            <a:off x="3333720" y="317811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A84A896-F690-4B09-8EB0-D8084EBD1170}"/>
              </a:ext>
            </a:extLst>
          </p:cNvPr>
          <p:cNvSpPr/>
          <p:nvPr/>
        </p:nvSpPr>
        <p:spPr>
          <a:xfrm>
            <a:off x="3506440" y="317811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14501C6-EC39-4CF5-99A1-07EF9F1278B8}"/>
              </a:ext>
            </a:extLst>
          </p:cNvPr>
          <p:cNvSpPr/>
          <p:nvPr/>
        </p:nvSpPr>
        <p:spPr>
          <a:xfrm>
            <a:off x="3772672" y="317811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0B1DC43-B544-48FE-9E22-1729EA14FEB5}"/>
              </a:ext>
            </a:extLst>
          </p:cNvPr>
          <p:cNvSpPr/>
          <p:nvPr/>
        </p:nvSpPr>
        <p:spPr>
          <a:xfrm>
            <a:off x="3945392" y="317811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098ADE1-B5FF-4C7A-A5B3-9169228AA054}"/>
              </a:ext>
            </a:extLst>
          </p:cNvPr>
          <p:cNvSpPr/>
          <p:nvPr/>
        </p:nvSpPr>
        <p:spPr>
          <a:xfrm>
            <a:off x="4181144" y="317811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BF0031F-B3B8-41A2-B55B-B1D2724501F6}"/>
              </a:ext>
            </a:extLst>
          </p:cNvPr>
          <p:cNvSpPr/>
          <p:nvPr/>
        </p:nvSpPr>
        <p:spPr>
          <a:xfrm>
            <a:off x="4353864" y="317811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000EA68-A568-4716-8F5B-361999032DDA}"/>
              </a:ext>
            </a:extLst>
          </p:cNvPr>
          <p:cNvSpPr/>
          <p:nvPr/>
        </p:nvSpPr>
        <p:spPr>
          <a:xfrm>
            <a:off x="4609936" y="317811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0CD8053-5E4A-4DDF-9336-C32C17B49B81}"/>
              </a:ext>
            </a:extLst>
          </p:cNvPr>
          <p:cNvSpPr/>
          <p:nvPr/>
        </p:nvSpPr>
        <p:spPr>
          <a:xfrm>
            <a:off x="4782656" y="317811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548AB63-A299-415C-9A30-CB291675C099}"/>
              </a:ext>
            </a:extLst>
          </p:cNvPr>
          <p:cNvSpPr/>
          <p:nvPr/>
        </p:nvSpPr>
        <p:spPr>
          <a:xfrm>
            <a:off x="3329776" y="342195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3D811AF-EBD2-4636-B4A1-89D9F3069818}"/>
              </a:ext>
            </a:extLst>
          </p:cNvPr>
          <p:cNvSpPr/>
          <p:nvPr/>
        </p:nvSpPr>
        <p:spPr>
          <a:xfrm>
            <a:off x="3502496" y="342195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D415DB8-3460-4A20-A6B0-4ED47D270DAB}"/>
              </a:ext>
            </a:extLst>
          </p:cNvPr>
          <p:cNvSpPr/>
          <p:nvPr/>
        </p:nvSpPr>
        <p:spPr>
          <a:xfrm>
            <a:off x="3768728" y="342195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582217F-4DE3-442E-88E0-9D0DDCD97886}"/>
              </a:ext>
            </a:extLst>
          </p:cNvPr>
          <p:cNvSpPr/>
          <p:nvPr/>
        </p:nvSpPr>
        <p:spPr>
          <a:xfrm>
            <a:off x="3941448" y="342195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0E16D27-3938-4269-BD57-7A0A0A783A82}"/>
              </a:ext>
            </a:extLst>
          </p:cNvPr>
          <p:cNvSpPr/>
          <p:nvPr/>
        </p:nvSpPr>
        <p:spPr>
          <a:xfrm>
            <a:off x="4177200" y="342195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E9F016-8D0E-4464-94DF-2CBD11FE84A3}"/>
              </a:ext>
            </a:extLst>
          </p:cNvPr>
          <p:cNvSpPr/>
          <p:nvPr/>
        </p:nvSpPr>
        <p:spPr>
          <a:xfrm>
            <a:off x="4349920" y="342195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B92628C-026D-49EA-B646-66F34EC4E6A9}"/>
              </a:ext>
            </a:extLst>
          </p:cNvPr>
          <p:cNvSpPr/>
          <p:nvPr/>
        </p:nvSpPr>
        <p:spPr>
          <a:xfrm>
            <a:off x="4605992" y="342195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BC528C7F-432A-4987-AE88-7493D87F0F56}"/>
              </a:ext>
            </a:extLst>
          </p:cNvPr>
          <p:cNvSpPr/>
          <p:nvPr/>
        </p:nvSpPr>
        <p:spPr>
          <a:xfrm>
            <a:off x="4778712" y="342195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B73E609-21A2-4D17-B561-96B2FB8203B3}"/>
              </a:ext>
            </a:extLst>
          </p:cNvPr>
          <p:cNvSpPr/>
          <p:nvPr/>
        </p:nvSpPr>
        <p:spPr>
          <a:xfrm>
            <a:off x="3327504" y="364549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90D7F802-1DB1-421F-BAD2-3E111924C46C}"/>
              </a:ext>
            </a:extLst>
          </p:cNvPr>
          <p:cNvSpPr/>
          <p:nvPr/>
        </p:nvSpPr>
        <p:spPr>
          <a:xfrm>
            <a:off x="3500224" y="364549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4E8ADB27-23CC-4F9E-90D9-21F68903B91C}"/>
              </a:ext>
            </a:extLst>
          </p:cNvPr>
          <p:cNvSpPr/>
          <p:nvPr/>
        </p:nvSpPr>
        <p:spPr>
          <a:xfrm>
            <a:off x="3766456" y="364549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3834E28-C209-4DA5-80C6-B522453B9721}"/>
              </a:ext>
            </a:extLst>
          </p:cNvPr>
          <p:cNvSpPr/>
          <p:nvPr/>
        </p:nvSpPr>
        <p:spPr>
          <a:xfrm>
            <a:off x="3939176" y="364549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9ABA66D8-B73E-4982-A576-B5148A1383D9}"/>
              </a:ext>
            </a:extLst>
          </p:cNvPr>
          <p:cNvSpPr/>
          <p:nvPr/>
        </p:nvSpPr>
        <p:spPr>
          <a:xfrm>
            <a:off x="4174928" y="364549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8DDF4EEE-5482-4087-B74D-D50B46F53D50}"/>
              </a:ext>
            </a:extLst>
          </p:cNvPr>
          <p:cNvSpPr/>
          <p:nvPr/>
        </p:nvSpPr>
        <p:spPr>
          <a:xfrm>
            <a:off x="4347648" y="364549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46A8AF8-8B8A-4E4F-BCAE-CE0FEDE4D824}"/>
              </a:ext>
            </a:extLst>
          </p:cNvPr>
          <p:cNvSpPr/>
          <p:nvPr/>
        </p:nvSpPr>
        <p:spPr>
          <a:xfrm>
            <a:off x="4603720" y="364549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A65AD2A-F19F-4FD6-84E0-825449796293}"/>
              </a:ext>
            </a:extLst>
          </p:cNvPr>
          <p:cNvSpPr/>
          <p:nvPr/>
        </p:nvSpPr>
        <p:spPr>
          <a:xfrm>
            <a:off x="4776440" y="364549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2B1C02D9-CE87-4389-A4F2-E97649A995A7}"/>
              </a:ext>
            </a:extLst>
          </p:cNvPr>
          <p:cNvSpPr/>
          <p:nvPr/>
        </p:nvSpPr>
        <p:spPr>
          <a:xfrm>
            <a:off x="3310928" y="552505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87B3994-F978-47FD-AA4E-A65341C6DED1}"/>
              </a:ext>
            </a:extLst>
          </p:cNvPr>
          <p:cNvSpPr/>
          <p:nvPr/>
        </p:nvSpPr>
        <p:spPr>
          <a:xfrm>
            <a:off x="3483648" y="552505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77B0890-BB98-4822-8705-038E8744CF0B}"/>
              </a:ext>
            </a:extLst>
          </p:cNvPr>
          <p:cNvSpPr/>
          <p:nvPr/>
        </p:nvSpPr>
        <p:spPr>
          <a:xfrm>
            <a:off x="3749880" y="552505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659BA26-58E3-40FE-9FB5-B72104390F2F}"/>
              </a:ext>
            </a:extLst>
          </p:cNvPr>
          <p:cNvSpPr/>
          <p:nvPr/>
        </p:nvSpPr>
        <p:spPr>
          <a:xfrm>
            <a:off x="3922600" y="552505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FF3D6512-C6F9-46E5-9F95-CF2E606B3417}"/>
              </a:ext>
            </a:extLst>
          </p:cNvPr>
          <p:cNvSpPr/>
          <p:nvPr/>
        </p:nvSpPr>
        <p:spPr>
          <a:xfrm>
            <a:off x="4158352" y="552505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09AEE51-1D07-4931-9B24-B077CDA326F0}"/>
              </a:ext>
            </a:extLst>
          </p:cNvPr>
          <p:cNvSpPr/>
          <p:nvPr/>
        </p:nvSpPr>
        <p:spPr>
          <a:xfrm>
            <a:off x="4331072" y="552505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EFD0194-1845-4FCC-BEDF-10495E93EEF1}"/>
              </a:ext>
            </a:extLst>
          </p:cNvPr>
          <p:cNvSpPr/>
          <p:nvPr/>
        </p:nvSpPr>
        <p:spPr>
          <a:xfrm>
            <a:off x="4587144" y="552505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C5DA1FF-3294-416B-AAA1-1AE536AF9E33}"/>
              </a:ext>
            </a:extLst>
          </p:cNvPr>
          <p:cNvSpPr/>
          <p:nvPr/>
        </p:nvSpPr>
        <p:spPr>
          <a:xfrm>
            <a:off x="4759864" y="552505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2F89D405-E5A4-4811-8485-0EA9C29352A2}"/>
              </a:ext>
            </a:extLst>
          </p:cNvPr>
          <p:cNvSpPr/>
          <p:nvPr/>
        </p:nvSpPr>
        <p:spPr>
          <a:xfrm>
            <a:off x="3306984" y="576889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E5A4687D-133E-4088-820D-158E5029881B}"/>
              </a:ext>
            </a:extLst>
          </p:cNvPr>
          <p:cNvSpPr/>
          <p:nvPr/>
        </p:nvSpPr>
        <p:spPr>
          <a:xfrm>
            <a:off x="3479704" y="576889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5D7CE174-65A1-4B80-869C-8368AE2B6396}"/>
              </a:ext>
            </a:extLst>
          </p:cNvPr>
          <p:cNvSpPr/>
          <p:nvPr/>
        </p:nvSpPr>
        <p:spPr>
          <a:xfrm>
            <a:off x="3745936" y="576889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166CBED-DB1F-4826-8182-9E47122C08D8}"/>
              </a:ext>
            </a:extLst>
          </p:cNvPr>
          <p:cNvSpPr/>
          <p:nvPr/>
        </p:nvSpPr>
        <p:spPr>
          <a:xfrm>
            <a:off x="3918656" y="576889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384AF3A5-FD23-43D2-8DB1-A0F31CB9CD6B}"/>
              </a:ext>
            </a:extLst>
          </p:cNvPr>
          <p:cNvSpPr/>
          <p:nvPr/>
        </p:nvSpPr>
        <p:spPr>
          <a:xfrm>
            <a:off x="4154408" y="576889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2260FFE6-6601-4730-A6B5-4A4A70E40D68}"/>
              </a:ext>
            </a:extLst>
          </p:cNvPr>
          <p:cNvSpPr/>
          <p:nvPr/>
        </p:nvSpPr>
        <p:spPr>
          <a:xfrm>
            <a:off x="4327128" y="576889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2374EB0-9C23-4A80-A9F3-FDCAC4FF6C2A}"/>
              </a:ext>
            </a:extLst>
          </p:cNvPr>
          <p:cNvSpPr/>
          <p:nvPr/>
        </p:nvSpPr>
        <p:spPr>
          <a:xfrm>
            <a:off x="4583200" y="576889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0C9EE996-9E6C-471C-B690-D246E227B101}"/>
              </a:ext>
            </a:extLst>
          </p:cNvPr>
          <p:cNvSpPr/>
          <p:nvPr/>
        </p:nvSpPr>
        <p:spPr>
          <a:xfrm>
            <a:off x="4755920" y="576889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06D5DCA-BCA9-4711-92D7-9CC6BF583AB0}"/>
              </a:ext>
            </a:extLst>
          </p:cNvPr>
          <p:cNvSpPr/>
          <p:nvPr/>
        </p:nvSpPr>
        <p:spPr>
          <a:xfrm>
            <a:off x="3304712" y="599243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C63B693B-3687-4297-BD16-0C7B560AFC19}"/>
              </a:ext>
            </a:extLst>
          </p:cNvPr>
          <p:cNvSpPr/>
          <p:nvPr/>
        </p:nvSpPr>
        <p:spPr>
          <a:xfrm>
            <a:off x="3477432" y="5992432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4A96412-4CBE-4F91-B11F-63DBFB5337F8}"/>
              </a:ext>
            </a:extLst>
          </p:cNvPr>
          <p:cNvSpPr/>
          <p:nvPr/>
        </p:nvSpPr>
        <p:spPr>
          <a:xfrm>
            <a:off x="3743664" y="599243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DB55DE5-0577-4A17-A1C5-0B642DFD88B2}"/>
              </a:ext>
            </a:extLst>
          </p:cNvPr>
          <p:cNvSpPr/>
          <p:nvPr/>
        </p:nvSpPr>
        <p:spPr>
          <a:xfrm>
            <a:off x="3916384" y="599243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AC0F45C-8767-4F44-91FF-7B2A06C20801}"/>
              </a:ext>
            </a:extLst>
          </p:cNvPr>
          <p:cNvSpPr/>
          <p:nvPr/>
        </p:nvSpPr>
        <p:spPr>
          <a:xfrm>
            <a:off x="4152136" y="599243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4F04CA6C-24BF-41A5-A635-CD1235096B66}"/>
              </a:ext>
            </a:extLst>
          </p:cNvPr>
          <p:cNvSpPr/>
          <p:nvPr/>
        </p:nvSpPr>
        <p:spPr>
          <a:xfrm>
            <a:off x="4324856" y="5992432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B01C18C-3E3F-4C2D-8E86-7615B154FBE7}"/>
              </a:ext>
            </a:extLst>
          </p:cNvPr>
          <p:cNvSpPr/>
          <p:nvPr/>
        </p:nvSpPr>
        <p:spPr>
          <a:xfrm>
            <a:off x="4580928" y="599243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7A77E8CA-1F7C-4823-BB3D-6A2BA33DA405}"/>
              </a:ext>
            </a:extLst>
          </p:cNvPr>
          <p:cNvSpPr/>
          <p:nvPr/>
        </p:nvSpPr>
        <p:spPr>
          <a:xfrm>
            <a:off x="4753648" y="599243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/>
              <p:nvPr/>
            </p:nvSpPr>
            <p:spPr>
              <a:xfrm>
                <a:off x="3264363" y="3780437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363" y="3780437"/>
                <a:ext cx="475836" cy="276999"/>
              </a:xfrm>
              <a:prstGeom prst="rect">
                <a:avLst/>
              </a:prstGeom>
              <a:blipFill>
                <a:blip r:embed="rId6"/>
                <a:stretch>
                  <a:fillRect l="-10127" r="-37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/>
              <p:nvPr/>
            </p:nvSpPr>
            <p:spPr>
              <a:xfrm>
                <a:off x="3702796" y="3790597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796" y="3790597"/>
                <a:ext cx="475836" cy="276999"/>
              </a:xfrm>
              <a:prstGeom prst="rect">
                <a:avLst/>
              </a:prstGeom>
              <a:blipFill>
                <a:blip r:embed="rId7"/>
                <a:stretch>
                  <a:fillRect l="-10256" r="-512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/>
              <p:nvPr/>
            </p:nvSpPr>
            <p:spPr>
              <a:xfrm>
                <a:off x="4138463" y="3790696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63" y="3790696"/>
                <a:ext cx="475836" cy="276999"/>
              </a:xfrm>
              <a:prstGeom prst="rect">
                <a:avLst/>
              </a:prstGeom>
              <a:blipFill>
                <a:blip r:embed="rId8"/>
                <a:stretch>
                  <a:fillRect l="-11538" r="-3846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/>
              <p:nvPr/>
            </p:nvSpPr>
            <p:spPr>
              <a:xfrm>
                <a:off x="4576896" y="3800856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96" y="3800856"/>
                <a:ext cx="475836" cy="276999"/>
              </a:xfrm>
              <a:prstGeom prst="rect">
                <a:avLst/>
              </a:prstGeom>
              <a:blipFill>
                <a:blip r:embed="rId9"/>
                <a:stretch>
                  <a:fillRect l="-11538" r="-3846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8C57FAC2-6581-40C9-96FE-AB8870D5240B}"/>
              </a:ext>
            </a:extLst>
          </p:cNvPr>
          <p:cNvSpPr txBox="1"/>
          <p:nvPr/>
        </p:nvSpPr>
        <p:spPr>
          <a:xfrm>
            <a:off x="3240810" y="402171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B1D2B8B-1A06-4057-8343-474A4B3D346C}"/>
              </a:ext>
            </a:extLst>
          </p:cNvPr>
          <p:cNvSpPr txBox="1"/>
          <p:nvPr/>
        </p:nvSpPr>
        <p:spPr>
          <a:xfrm>
            <a:off x="3698010" y="402171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79B7B57-BCBC-486B-819D-FC0B5B9DA80E}"/>
              </a:ext>
            </a:extLst>
          </p:cNvPr>
          <p:cNvSpPr txBox="1"/>
          <p:nvPr/>
        </p:nvSpPr>
        <p:spPr>
          <a:xfrm>
            <a:off x="4116462" y="402034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E8FD5AF-BA9A-4A06-9C9B-619DD14BE0DB}"/>
              </a:ext>
            </a:extLst>
          </p:cNvPr>
          <p:cNvSpPr txBox="1"/>
          <p:nvPr/>
        </p:nvSpPr>
        <p:spPr>
          <a:xfrm>
            <a:off x="4535502" y="40083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/>
              <p:nvPr/>
            </p:nvSpPr>
            <p:spPr>
              <a:xfrm>
                <a:off x="3254203" y="6178197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03" y="6178197"/>
                <a:ext cx="464614" cy="276999"/>
              </a:xfrm>
              <a:prstGeom prst="rect">
                <a:avLst/>
              </a:prstGeom>
              <a:blipFill>
                <a:blip r:embed="rId10"/>
                <a:stretch>
                  <a:fillRect l="-11842" r="-394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/>
              <p:nvPr/>
            </p:nvSpPr>
            <p:spPr>
              <a:xfrm>
                <a:off x="3692636" y="6188357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636" y="6188357"/>
                <a:ext cx="464614" cy="276999"/>
              </a:xfrm>
              <a:prstGeom prst="rect">
                <a:avLst/>
              </a:prstGeom>
              <a:blipFill>
                <a:blip r:embed="rId11"/>
                <a:stretch>
                  <a:fillRect l="-11842" r="-394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/>
              <p:nvPr/>
            </p:nvSpPr>
            <p:spPr>
              <a:xfrm>
                <a:off x="4128303" y="6188456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303" y="6188456"/>
                <a:ext cx="464614" cy="276999"/>
              </a:xfrm>
              <a:prstGeom prst="rect">
                <a:avLst/>
              </a:prstGeom>
              <a:blipFill>
                <a:blip r:embed="rId12"/>
                <a:stretch>
                  <a:fillRect l="-10526" r="-526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/>
              <p:nvPr/>
            </p:nvSpPr>
            <p:spPr>
              <a:xfrm>
                <a:off x="4566736" y="6198616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36" y="6198616"/>
                <a:ext cx="464614" cy="276999"/>
              </a:xfrm>
              <a:prstGeom prst="rect">
                <a:avLst/>
              </a:prstGeom>
              <a:blipFill>
                <a:blip r:embed="rId13"/>
                <a:stretch>
                  <a:fillRect l="-10526" r="-526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TextBox 238">
            <a:extLst>
              <a:ext uri="{FF2B5EF4-FFF2-40B4-BE49-F238E27FC236}">
                <a16:creationId xmlns:a16="http://schemas.microsoft.com/office/drawing/2014/main" id="{20F5C6A4-3166-44B6-BDC6-E8540C08E636}"/>
              </a:ext>
            </a:extLst>
          </p:cNvPr>
          <p:cNvSpPr txBox="1"/>
          <p:nvPr/>
        </p:nvSpPr>
        <p:spPr>
          <a:xfrm>
            <a:off x="3230650" y="641947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2A54F4-5392-4036-A382-56FE032BBAA8}"/>
              </a:ext>
            </a:extLst>
          </p:cNvPr>
          <p:cNvSpPr txBox="1"/>
          <p:nvPr/>
        </p:nvSpPr>
        <p:spPr>
          <a:xfrm>
            <a:off x="3687850" y="641947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AE21E26-D25C-4EF8-8313-158A2C55556F}"/>
              </a:ext>
            </a:extLst>
          </p:cNvPr>
          <p:cNvSpPr txBox="1"/>
          <p:nvPr/>
        </p:nvSpPr>
        <p:spPr>
          <a:xfrm>
            <a:off x="4106302" y="641810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766DDD-43C5-42E5-AAC1-82C82518D246}"/>
              </a:ext>
            </a:extLst>
          </p:cNvPr>
          <p:cNvSpPr txBox="1"/>
          <p:nvPr/>
        </p:nvSpPr>
        <p:spPr>
          <a:xfrm>
            <a:off x="4525342" y="640614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7A9051A3-E54A-427E-BE1E-4074EA64A768}"/>
              </a:ext>
            </a:extLst>
          </p:cNvPr>
          <p:cNvSpPr/>
          <p:nvPr/>
        </p:nvSpPr>
        <p:spPr>
          <a:xfrm>
            <a:off x="5727642" y="237543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6212A879-4F04-4435-873C-0E5ED0A41719}"/>
              </a:ext>
            </a:extLst>
          </p:cNvPr>
          <p:cNvSpPr/>
          <p:nvPr/>
        </p:nvSpPr>
        <p:spPr>
          <a:xfrm>
            <a:off x="5900362" y="237543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6212B8C-BA40-4AC3-B047-F8F4D51F44A8}"/>
              </a:ext>
            </a:extLst>
          </p:cNvPr>
          <p:cNvSpPr/>
          <p:nvPr/>
        </p:nvSpPr>
        <p:spPr>
          <a:xfrm>
            <a:off x="6166594" y="237543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78C8313-CCC1-4BE9-8470-2293441F9AC2}"/>
              </a:ext>
            </a:extLst>
          </p:cNvPr>
          <p:cNvSpPr/>
          <p:nvPr/>
        </p:nvSpPr>
        <p:spPr>
          <a:xfrm>
            <a:off x="6339314" y="237543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34B8D81-22B6-45AC-921C-6080FABE219A}"/>
              </a:ext>
            </a:extLst>
          </p:cNvPr>
          <p:cNvSpPr/>
          <p:nvPr/>
        </p:nvSpPr>
        <p:spPr>
          <a:xfrm>
            <a:off x="6575066" y="237543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3BB5B2DE-6579-4675-BF83-0615838ACA1B}"/>
              </a:ext>
            </a:extLst>
          </p:cNvPr>
          <p:cNvSpPr/>
          <p:nvPr/>
        </p:nvSpPr>
        <p:spPr>
          <a:xfrm>
            <a:off x="6747786" y="237543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75BBE8A-F8BC-4D8F-9840-2E6C2221A0ED}"/>
              </a:ext>
            </a:extLst>
          </p:cNvPr>
          <p:cNvSpPr/>
          <p:nvPr/>
        </p:nvSpPr>
        <p:spPr>
          <a:xfrm>
            <a:off x="7003858" y="237543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3F6EBC9A-03B3-4DF2-BAB8-C05A75527636}"/>
              </a:ext>
            </a:extLst>
          </p:cNvPr>
          <p:cNvSpPr/>
          <p:nvPr/>
        </p:nvSpPr>
        <p:spPr>
          <a:xfrm>
            <a:off x="7176578" y="237543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BD0A6A4-C999-4E35-AFB3-70BB3A206185}"/>
              </a:ext>
            </a:extLst>
          </p:cNvPr>
          <p:cNvSpPr/>
          <p:nvPr/>
        </p:nvSpPr>
        <p:spPr>
          <a:xfrm>
            <a:off x="5723698" y="261927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994A99CA-25C1-44E4-8AF9-972E8309EABC}"/>
              </a:ext>
            </a:extLst>
          </p:cNvPr>
          <p:cNvSpPr/>
          <p:nvPr/>
        </p:nvSpPr>
        <p:spPr>
          <a:xfrm>
            <a:off x="5896418" y="261927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965EC37E-32B8-4E77-9F2E-FD7A7E65E3C0}"/>
              </a:ext>
            </a:extLst>
          </p:cNvPr>
          <p:cNvSpPr/>
          <p:nvPr/>
        </p:nvSpPr>
        <p:spPr>
          <a:xfrm>
            <a:off x="6162650" y="261927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DBCDEFE7-12CF-427D-A068-C60589657E7E}"/>
              </a:ext>
            </a:extLst>
          </p:cNvPr>
          <p:cNvSpPr/>
          <p:nvPr/>
        </p:nvSpPr>
        <p:spPr>
          <a:xfrm>
            <a:off x="6335370" y="261927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6753CF8D-6146-469C-B692-0876A47C76AD}"/>
              </a:ext>
            </a:extLst>
          </p:cNvPr>
          <p:cNvSpPr/>
          <p:nvPr/>
        </p:nvSpPr>
        <p:spPr>
          <a:xfrm>
            <a:off x="6571122" y="261927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C42FA184-9906-4A92-92DF-F379D63B4D7E}"/>
              </a:ext>
            </a:extLst>
          </p:cNvPr>
          <p:cNvSpPr/>
          <p:nvPr/>
        </p:nvSpPr>
        <p:spPr>
          <a:xfrm>
            <a:off x="6743842" y="261927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53E121C-7D0E-4705-9519-A1CE0979567A}"/>
              </a:ext>
            </a:extLst>
          </p:cNvPr>
          <p:cNvSpPr/>
          <p:nvPr/>
        </p:nvSpPr>
        <p:spPr>
          <a:xfrm>
            <a:off x="6999914" y="261927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07C57E15-D9C2-4ECD-A31F-6B55B19548AB}"/>
              </a:ext>
            </a:extLst>
          </p:cNvPr>
          <p:cNvSpPr/>
          <p:nvPr/>
        </p:nvSpPr>
        <p:spPr>
          <a:xfrm>
            <a:off x="7172634" y="261927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5A5275DC-3D30-4F2B-BC6E-4CA075A7F701}"/>
              </a:ext>
            </a:extLst>
          </p:cNvPr>
          <p:cNvSpPr/>
          <p:nvPr/>
        </p:nvSpPr>
        <p:spPr>
          <a:xfrm>
            <a:off x="5729914" y="285297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5B53C47-17EE-4474-9139-06B6CE1FBE09}"/>
              </a:ext>
            </a:extLst>
          </p:cNvPr>
          <p:cNvSpPr/>
          <p:nvPr/>
        </p:nvSpPr>
        <p:spPr>
          <a:xfrm>
            <a:off x="5902634" y="285297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9CE249F0-2569-4970-99FE-8D0E419F3176}"/>
              </a:ext>
            </a:extLst>
          </p:cNvPr>
          <p:cNvSpPr/>
          <p:nvPr/>
        </p:nvSpPr>
        <p:spPr>
          <a:xfrm>
            <a:off x="6168866" y="285297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347E9E25-75A5-4AD3-B095-774857474033}"/>
              </a:ext>
            </a:extLst>
          </p:cNvPr>
          <p:cNvSpPr/>
          <p:nvPr/>
        </p:nvSpPr>
        <p:spPr>
          <a:xfrm>
            <a:off x="6341586" y="285297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415974B8-87D7-4211-8DBF-9C4FC0D3022E}"/>
              </a:ext>
            </a:extLst>
          </p:cNvPr>
          <p:cNvSpPr/>
          <p:nvPr/>
        </p:nvSpPr>
        <p:spPr>
          <a:xfrm>
            <a:off x="6577338" y="285297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6A4D395A-CD1F-4573-BF47-8577117C5924}"/>
              </a:ext>
            </a:extLst>
          </p:cNvPr>
          <p:cNvSpPr/>
          <p:nvPr/>
        </p:nvSpPr>
        <p:spPr>
          <a:xfrm>
            <a:off x="6750058" y="285297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30EF899-081E-4CA2-BA3A-63C1CA95EF85}"/>
              </a:ext>
            </a:extLst>
          </p:cNvPr>
          <p:cNvSpPr/>
          <p:nvPr/>
        </p:nvSpPr>
        <p:spPr>
          <a:xfrm>
            <a:off x="7006130" y="285297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84B32D74-8F67-4294-AA36-82747C4F1751}"/>
              </a:ext>
            </a:extLst>
          </p:cNvPr>
          <p:cNvSpPr/>
          <p:nvPr/>
        </p:nvSpPr>
        <p:spPr>
          <a:xfrm>
            <a:off x="7178850" y="285297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B495DAB1-221C-405A-A655-CEA93EAE66FC}"/>
              </a:ext>
            </a:extLst>
          </p:cNvPr>
          <p:cNvSpPr/>
          <p:nvPr/>
        </p:nvSpPr>
        <p:spPr>
          <a:xfrm>
            <a:off x="5725970" y="309681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5741909B-610A-4E54-B137-6B3593B1164C}"/>
              </a:ext>
            </a:extLst>
          </p:cNvPr>
          <p:cNvSpPr/>
          <p:nvPr/>
        </p:nvSpPr>
        <p:spPr>
          <a:xfrm>
            <a:off x="5898690" y="309681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C7661C7C-2F08-4460-8213-F1A3ABBAFC6A}"/>
              </a:ext>
            </a:extLst>
          </p:cNvPr>
          <p:cNvSpPr/>
          <p:nvPr/>
        </p:nvSpPr>
        <p:spPr>
          <a:xfrm>
            <a:off x="6164922" y="309681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5F393BD8-2F6F-4FCB-A34F-A90521B23288}"/>
              </a:ext>
            </a:extLst>
          </p:cNvPr>
          <p:cNvSpPr/>
          <p:nvPr/>
        </p:nvSpPr>
        <p:spPr>
          <a:xfrm>
            <a:off x="6337642" y="309681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DE4B038-BA9C-4A6C-9A46-ACFD279E0E51}"/>
              </a:ext>
            </a:extLst>
          </p:cNvPr>
          <p:cNvSpPr/>
          <p:nvPr/>
        </p:nvSpPr>
        <p:spPr>
          <a:xfrm>
            <a:off x="6573394" y="309681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8BC51DA1-BA6E-49CD-8E58-160FA2375B1F}"/>
              </a:ext>
            </a:extLst>
          </p:cNvPr>
          <p:cNvSpPr/>
          <p:nvPr/>
        </p:nvSpPr>
        <p:spPr>
          <a:xfrm>
            <a:off x="6746114" y="309681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839B9676-6207-4C7E-BD00-4B9C57530B28}"/>
              </a:ext>
            </a:extLst>
          </p:cNvPr>
          <p:cNvSpPr/>
          <p:nvPr/>
        </p:nvSpPr>
        <p:spPr>
          <a:xfrm>
            <a:off x="7002186" y="309681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73F85629-9E0E-472A-9425-48B7B3775834}"/>
              </a:ext>
            </a:extLst>
          </p:cNvPr>
          <p:cNvSpPr/>
          <p:nvPr/>
        </p:nvSpPr>
        <p:spPr>
          <a:xfrm>
            <a:off x="7174906" y="309681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8C0EE63A-10B2-477B-B0FC-7DCDBB38EB25}"/>
              </a:ext>
            </a:extLst>
          </p:cNvPr>
          <p:cNvSpPr/>
          <p:nvPr/>
        </p:nvSpPr>
        <p:spPr>
          <a:xfrm>
            <a:off x="5723698" y="332035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31938CA7-F1F5-4BFB-9D15-65880582405E}"/>
              </a:ext>
            </a:extLst>
          </p:cNvPr>
          <p:cNvSpPr/>
          <p:nvPr/>
        </p:nvSpPr>
        <p:spPr>
          <a:xfrm>
            <a:off x="5896418" y="3320351"/>
            <a:ext cx="142240" cy="142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EF81AE3D-F738-465D-864E-0CD61A35E851}"/>
              </a:ext>
            </a:extLst>
          </p:cNvPr>
          <p:cNvSpPr/>
          <p:nvPr/>
        </p:nvSpPr>
        <p:spPr>
          <a:xfrm>
            <a:off x="6162650" y="332035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A275EF33-2123-4F0C-9ABF-CFBAB4E2C1A0}"/>
              </a:ext>
            </a:extLst>
          </p:cNvPr>
          <p:cNvSpPr/>
          <p:nvPr/>
        </p:nvSpPr>
        <p:spPr>
          <a:xfrm>
            <a:off x="6335370" y="3320351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5CE566D-E209-4280-A74C-DA6EE226D254}"/>
              </a:ext>
            </a:extLst>
          </p:cNvPr>
          <p:cNvSpPr/>
          <p:nvPr/>
        </p:nvSpPr>
        <p:spPr>
          <a:xfrm>
            <a:off x="6571122" y="332035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725067F9-C8CB-49E6-8FD5-2276AECADAF0}"/>
              </a:ext>
            </a:extLst>
          </p:cNvPr>
          <p:cNvSpPr/>
          <p:nvPr/>
        </p:nvSpPr>
        <p:spPr>
          <a:xfrm>
            <a:off x="6743842" y="3320351"/>
            <a:ext cx="142240" cy="142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1B1B2669-3455-4D9B-8F60-05DF3B2D9327}"/>
              </a:ext>
            </a:extLst>
          </p:cNvPr>
          <p:cNvSpPr/>
          <p:nvPr/>
        </p:nvSpPr>
        <p:spPr>
          <a:xfrm>
            <a:off x="6999914" y="332035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59F966DD-3C1F-464D-930D-B60908D8ECC9}"/>
              </a:ext>
            </a:extLst>
          </p:cNvPr>
          <p:cNvSpPr/>
          <p:nvPr/>
        </p:nvSpPr>
        <p:spPr>
          <a:xfrm>
            <a:off x="7172634" y="3320351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70F6FD8E-D177-461C-A1E2-D09FB55777E3}"/>
              </a:ext>
            </a:extLst>
          </p:cNvPr>
          <p:cNvSpPr/>
          <p:nvPr/>
        </p:nvSpPr>
        <p:spPr>
          <a:xfrm>
            <a:off x="5727642" y="442769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9826389-21F5-4FB1-9124-9285D7CDC88E}"/>
              </a:ext>
            </a:extLst>
          </p:cNvPr>
          <p:cNvSpPr/>
          <p:nvPr/>
        </p:nvSpPr>
        <p:spPr>
          <a:xfrm>
            <a:off x="5900362" y="442769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2457F22C-2301-42A1-A631-D3384F3374C1}"/>
              </a:ext>
            </a:extLst>
          </p:cNvPr>
          <p:cNvSpPr/>
          <p:nvPr/>
        </p:nvSpPr>
        <p:spPr>
          <a:xfrm>
            <a:off x="6166594" y="442769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A6B49C1C-DAF3-4C0F-92F2-E12C847B17C1}"/>
              </a:ext>
            </a:extLst>
          </p:cNvPr>
          <p:cNvSpPr/>
          <p:nvPr/>
        </p:nvSpPr>
        <p:spPr>
          <a:xfrm>
            <a:off x="6339314" y="442769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4256A07F-33AA-425C-847A-0D959F30B571}"/>
              </a:ext>
            </a:extLst>
          </p:cNvPr>
          <p:cNvSpPr/>
          <p:nvPr/>
        </p:nvSpPr>
        <p:spPr>
          <a:xfrm>
            <a:off x="6575066" y="442769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C6A80E4F-D8E7-4A26-9CDD-71DC694C064E}"/>
              </a:ext>
            </a:extLst>
          </p:cNvPr>
          <p:cNvSpPr/>
          <p:nvPr/>
        </p:nvSpPr>
        <p:spPr>
          <a:xfrm>
            <a:off x="6747786" y="442769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CAAD0E20-AAE5-459C-9C7F-E4719806D797}"/>
              </a:ext>
            </a:extLst>
          </p:cNvPr>
          <p:cNvSpPr/>
          <p:nvPr/>
        </p:nvSpPr>
        <p:spPr>
          <a:xfrm>
            <a:off x="7003858" y="442769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F920AAB-994B-4F9A-A871-FE9F6A97B47D}"/>
              </a:ext>
            </a:extLst>
          </p:cNvPr>
          <p:cNvSpPr/>
          <p:nvPr/>
        </p:nvSpPr>
        <p:spPr>
          <a:xfrm>
            <a:off x="7176578" y="442769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7C16CF79-880D-4510-BC09-717FE0D760C0}"/>
              </a:ext>
            </a:extLst>
          </p:cNvPr>
          <p:cNvSpPr/>
          <p:nvPr/>
        </p:nvSpPr>
        <p:spPr>
          <a:xfrm>
            <a:off x="5723698" y="467153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8C2AC0-A34F-4666-BAF7-D23863EFE354}"/>
              </a:ext>
            </a:extLst>
          </p:cNvPr>
          <p:cNvSpPr/>
          <p:nvPr/>
        </p:nvSpPr>
        <p:spPr>
          <a:xfrm>
            <a:off x="5896418" y="467153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9961DDE-846A-40BA-BFEA-611E4044B624}"/>
              </a:ext>
            </a:extLst>
          </p:cNvPr>
          <p:cNvSpPr/>
          <p:nvPr/>
        </p:nvSpPr>
        <p:spPr>
          <a:xfrm>
            <a:off x="6162650" y="467153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BB817AF3-0DAF-4BFD-BA93-B9AAD3B4F318}"/>
              </a:ext>
            </a:extLst>
          </p:cNvPr>
          <p:cNvSpPr/>
          <p:nvPr/>
        </p:nvSpPr>
        <p:spPr>
          <a:xfrm>
            <a:off x="6335370" y="467153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765C4BB-4F35-4F07-99EA-638ACADF0D5A}"/>
              </a:ext>
            </a:extLst>
          </p:cNvPr>
          <p:cNvSpPr/>
          <p:nvPr/>
        </p:nvSpPr>
        <p:spPr>
          <a:xfrm>
            <a:off x="6571122" y="467153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5EE9E2CC-8AA9-4B39-92E8-F13F56855488}"/>
              </a:ext>
            </a:extLst>
          </p:cNvPr>
          <p:cNvSpPr/>
          <p:nvPr/>
        </p:nvSpPr>
        <p:spPr>
          <a:xfrm>
            <a:off x="6743842" y="467153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96B5572-BF5F-4AD4-B9C3-494F5C6B9375}"/>
              </a:ext>
            </a:extLst>
          </p:cNvPr>
          <p:cNvSpPr/>
          <p:nvPr/>
        </p:nvSpPr>
        <p:spPr>
          <a:xfrm>
            <a:off x="6999914" y="467153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B4F80AA8-EE26-4380-86AE-4ABE1876CBCB}"/>
              </a:ext>
            </a:extLst>
          </p:cNvPr>
          <p:cNvSpPr/>
          <p:nvPr/>
        </p:nvSpPr>
        <p:spPr>
          <a:xfrm>
            <a:off x="7172634" y="467153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C53C94B-DA87-489A-80A1-74E978B36F9E}"/>
              </a:ext>
            </a:extLst>
          </p:cNvPr>
          <p:cNvSpPr/>
          <p:nvPr/>
        </p:nvSpPr>
        <p:spPr>
          <a:xfrm>
            <a:off x="5729914" y="490523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33CA5C47-5C24-410C-A40C-644ADB5F5DEA}"/>
              </a:ext>
            </a:extLst>
          </p:cNvPr>
          <p:cNvSpPr/>
          <p:nvPr/>
        </p:nvSpPr>
        <p:spPr>
          <a:xfrm>
            <a:off x="5902634" y="490523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7482FDE5-1BA7-4EB7-8108-5D920454B019}"/>
              </a:ext>
            </a:extLst>
          </p:cNvPr>
          <p:cNvSpPr/>
          <p:nvPr/>
        </p:nvSpPr>
        <p:spPr>
          <a:xfrm>
            <a:off x="6168866" y="490523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16D2880E-AB38-49AD-99CA-DC101DF2A624}"/>
              </a:ext>
            </a:extLst>
          </p:cNvPr>
          <p:cNvSpPr/>
          <p:nvPr/>
        </p:nvSpPr>
        <p:spPr>
          <a:xfrm>
            <a:off x="6341586" y="490523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83F8E05D-4D35-4861-BA89-D610BCD384F5}"/>
              </a:ext>
            </a:extLst>
          </p:cNvPr>
          <p:cNvSpPr/>
          <p:nvPr/>
        </p:nvSpPr>
        <p:spPr>
          <a:xfrm>
            <a:off x="6577338" y="490523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5D6931F6-72EB-462E-AC2F-86A54F69B19D}"/>
              </a:ext>
            </a:extLst>
          </p:cNvPr>
          <p:cNvSpPr/>
          <p:nvPr/>
        </p:nvSpPr>
        <p:spPr>
          <a:xfrm>
            <a:off x="6750058" y="490523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9477E5AC-D9C8-4553-9170-90AE235151D4}"/>
              </a:ext>
            </a:extLst>
          </p:cNvPr>
          <p:cNvSpPr/>
          <p:nvPr/>
        </p:nvSpPr>
        <p:spPr>
          <a:xfrm>
            <a:off x="7006130" y="490523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AD2DC4D3-0FD9-487E-95F1-9A7160C92846}"/>
              </a:ext>
            </a:extLst>
          </p:cNvPr>
          <p:cNvSpPr/>
          <p:nvPr/>
        </p:nvSpPr>
        <p:spPr>
          <a:xfrm>
            <a:off x="7178850" y="490523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4447F54D-ED52-483C-BC2D-1E891F153A55}"/>
              </a:ext>
            </a:extLst>
          </p:cNvPr>
          <p:cNvSpPr/>
          <p:nvPr/>
        </p:nvSpPr>
        <p:spPr>
          <a:xfrm>
            <a:off x="5725970" y="514907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8AC37409-C1FF-4D1D-AC58-BF100563A580}"/>
              </a:ext>
            </a:extLst>
          </p:cNvPr>
          <p:cNvSpPr/>
          <p:nvPr/>
        </p:nvSpPr>
        <p:spPr>
          <a:xfrm>
            <a:off x="5898690" y="514907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48595B35-45C3-4F25-9ACA-1295866031F6}"/>
              </a:ext>
            </a:extLst>
          </p:cNvPr>
          <p:cNvSpPr/>
          <p:nvPr/>
        </p:nvSpPr>
        <p:spPr>
          <a:xfrm>
            <a:off x="6164922" y="514907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884AB82-FD28-47D9-B119-A1F041605267}"/>
              </a:ext>
            </a:extLst>
          </p:cNvPr>
          <p:cNvSpPr/>
          <p:nvPr/>
        </p:nvSpPr>
        <p:spPr>
          <a:xfrm>
            <a:off x="6337642" y="514907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2D8DECD8-7AF5-4BF0-8D05-01FF1C2EBDA8}"/>
              </a:ext>
            </a:extLst>
          </p:cNvPr>
          <p:cNvSpPr/>
          <p:nvPr/>
        </p:nvSpPr>
        <p:spPr>
          <a:xfrm>
            <a:off x="6573394" y="514907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BC565096-6553-45E1-BED5-E4B38EDF8B9D}"/>
              </a:ext>
            </a:extLst>
          </p:cNvPr>
          <p:cNvSpPr/>
          <p:nvPr/>
        </p:nvSpPr>
        <p:spPr>
          <a:xfrm>
            <a:off x="6746114" y="514907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E023BF19-2E11-4EDF-BE99-E407C969AE4D}"/>
              </a:ext>
            </a:extLst>
          </p:cNvPr>
          <p:cNvSpPr/>
          <p:nvPr/>
        </p:nvSpPr>
        <p:spPr>
          <a:xfrm>
            <a:off x="7002186" y="514907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E0928D0D-9D65-41EC-84C2-C1CEFAC92414}"/>
              </a:ext>
            </a:extLst>
          </p:cNvPr>
          <p:cNvSpPr/>
          <p:nvPr/>
        </p:nvSpPr>
        <p:spPr>
          <a:xfrm>
            <a:off x="7174906" y="514907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F0D5997-1D4E-4813-9AB4-DFC82054941F}"/>
              </a:ext>
            </a:extLst>
          </p:cNvPr>
          <p:cNvSpPr/>
          <p:nvPr/>
        </p:nvSpPr>
        <p:spPr>
          <a:xfrm>
            <a:off x="5723698" y="53726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2373ECB1-10D5-4455-AC8F-7EEEB40C918C}"/>
              </a:ext>
            </a:extLst>
          </p:cNvPr>
          <p:cNvSpPr/>
          <p:nvPr/>
        </p:nvSpPr>
        <p:spPr>
          <a:xfrm>
            <a:off x="5896418" y="5372613"/>
            <a:ext cx="142240" cy="1422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80C302C-9D25-4192-B212-673750247A53}"/>
              </a:ext>
            </a:extLst>
          </p:cNvPr>
          <p:cNvSpPr/>
          <p:nvPr/>
        </p:nvSpPr>
        <p:spPr>
          <a:xfrm>
            <a:off x="6162650" y="53726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E324868E-B560-4809-A224-F2D72617467F}"/>
              </a:ext>
            </a:extLst>
          </p:cNvPr>
          <p:cNvSpPr/>
          <p:nvPr/>
        </p:nvSpPr>
        <p:spPr>
          <a:xfrm>
            <a:off x="6335370" y="5372613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2B50AA48-EEB5-4069-AF1B-531CDB0F9C93}"/>
              </a:ext>
            </a:extLst>
          </p:cNvPr>
          <p:cNvSpPr/>
          <p:nvPr/>
        </p:nvSpPr>
        <p:spPr>
          <a:xfrm>
            <a:off x="6571122" y="53726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7316A8ED-A6EC-444F-A63D-1653406CD1D1}"/>
              </a:ext>
            </a:extLst>
          </p:cNvPr>
          <p:cNvSpPr/>
          <p:nvPr/>
        </p:nvSpPr>
        <p:spPr>
          <a:xfrm>
            <a:off x="6743842" y="5372613"/>
            <a:ext cx="142240" cy="142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8E2D0583-B000-4E94-A2A6-AD7CC4DCE0A3}"/>
              </a:ext>
            </a:extLst>
          </p:cNvPr>
          <p:cNvSpPr/>
          <p:nvPr/>
        </p:nvSpPr>
        <p:spPr>
          <a:xfrm>
            <a:off x="6999914" y="53726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88C11ADA-B75E-4259-9345-E5E8C64469EA}"/>
              </a:ext>
            </a:extLst>
          </p:cNvPr>
          <p:cNvSpPr/>
          <p:nvPr/>
        </p:nvSpPr>
        <p:spPr>
          <a:xfrm>
            <a:off x="7172634" y="5372613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/>
              <p:nvPr/>
            </p:nvSpPr>
            <p:spPr>
              <a:xfrm>
                <a:off x="5734149" y="3503438"/>
                <a:ext cx="3031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3503438"/>
                <a:ext cx="303160" cy="276999"/>
              </a:xfrm>
              <a:prstGeom prst="rect">
                <a:avLst/>
              </a:prstGeom>
              <a:blipFill>
                <a:blip r:embed="rId14"/>
                <a:stretch>
                  <a:fillRect l="-18367" r="-816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/>
              <p:nvPr/>
            </p:nvSpPr>
            <p:spPr>
              <a:xfrm>
                <a:off x="6172582" y="3513598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3513598"/>
                <a:ext cx="308481" cy="276999"/>
              </a:xfrm>
              <a:prstGeom prst="rect">
                <a:avLst/>
              </a:prstGeom>
              <a:blipFill>
                <a:blip r:embed="rId15"/>
                <a:stretch>
                  <a:fillRect l="-18000" r="-800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/>
              <p:nvPr/>
            </p:nvSpPr>
            <p:spPr>
              <a:xfrm>
                <a:off x="6608249" y="3513697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3513697"/>
                <a:ext cx="308481" cy="276999"/>
              </a:xfrm>
              <a:prstGeom prst="rect">
                <a:avLst/>
              </a:prstGeom>
              <a:blipFill>
                <a:blip r:embed="rId16"/>
                <a:stretch>
                  <a:fillRect l="-15686" r="-784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/>
              <p:nvPr/>
            </p:nvSpPr>
            <p:spPr>
              <a:xfrm>
                <a:off x="7046682" y="3523857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3523857"/>
                <a:ext cx="308481" cy="276999"/>
              </a:xfrm>
              <a:prstGeom prst="rect">
                <a:avLst/>
              </a:prstGeom>
              <a:blipFill>
                <a:blip r:embed="rId17"/>
                <a:stretch>
                  <a:fillRect l="-17647" r="-588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TextBox 326">
            <a:extLst>
              <a:ext uri="{FF2B5EF4-FFF2-40B4-BE49-F238E27FC236}">
                <a16:creationId xmlns:a16="http://schemas.microsoft.com/office/drawing/2014/main" id="{183BE85D-4FC4-4F58-B5D6-A310D410D405}"/>
              </a:ext>
            </a:extLst>
          </p:cNvPr>
          <p:cNvSpPr txBox="1"/>
          <p:nvPr/>
        </p:nvSpPr>
        <p:spPr>
          <a:xfrm>
            <a:off x="5629316" y="374471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D6914A2A-C844-4316-843A-170325ABA0A4}"/>
              </a:ext>
            </a:extLst>
          </p:cNvPr>
          <p:cNvSpPr txBox="1"/>
          <p:nvPr/>
        </p:nvSpPr>
        <p:spPr>
          <a:xfrm>
            <a:off x="6086516" y="374471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6B2C00C3-C1F0-4027-AE44-D7FD61EFB3A5}"/>
              </a:ext>
            </a:extLst>
          </p:cNvPr>
          <p:cNvSpPr txBox="1"/>
          <p:nvPr/>
        </p:nvSpPr>
        <p:spPr>
          <a:xfrm>
            <a:off x="6504968" y="374335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D434656-0D82-4F81-8B95-9EDAEF10CD11}"/>
              </a:ext>
            </a:extLst>
          </p:cNvPr>
          <p:cNvSpPr txBox="1"/>
          <p:nvPr/>
        </p:nvSpPr>
        <p:spPr>
          <a:xfrm>
            <a:off x="6924008" y="37313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/>
              <p:nvPr/>
            </p:nvSpPr>
            <p:spPr>
              <a:xfrm>
                <a:off x="5734149" y="5548271"/>
                <a:ext cx="273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5548271"/>
                <a:ext cx="273344" cy="276999"/>
              </a:xfrm>
              <a:prstGeom prst="rect">
                <a:avLst/>
              </a:prstGeom>
              <a:blipFill>
                <a:blip r:embed="rId18"/>
                <a:stretch>
                  <a:fillRect l="-20455" r="-9091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/>
              <p:nvPr/>
            </p:nvSpPr>
            <p:spPr>
              <a:xfrm>
                <a:off x="6172582" y="5558431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5558431"/>
                <a:ext cx="278666" cy="276999"/>
              </a:xfrm>
              <a:prstGeom prst="rect">
                <a:avLst/>
              </a:prstGeom>
              <a:blipFill>
                <a:blip r:embed="rId19"/>
                <a:stretch>
                  <a:fillRect l="-20000" r="-8889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/>
              <p:nvPr/>
            </p:nvSpPr>
            <p:spPr>
              <a:xfrm>
                <a:off x="6608249" y="5558530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5558530"/>
                <a:ext cx="278666" cy="276999"/>
              </a:xfrm>
              <a:prstGeom prst="rect">
                <a:avLst/>
              </a:prstGeom>
              <a:blipFill>
                <a:blip r:embed="rId20"/>
                <a:stretch>
                  <a:fillRect l="-17391" r="-8696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/>
              <p:nvPr/>
            </p:nvSpPr>
            <p:spPr>
              <a:xfrm>
                <a:off x="7046682" y="5568690"/>
                <a:ext cx="2687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5568690"/>
                <a:ext cx="268792" cy="276999"/>
              </a:xfrm>
              <a:prstGeom prst="rect">
                <a:avLst/>
              </a:prstGeom>
              <a:blipFill>
                <a:blip r:embed="rId21"/>
                <a:stretch>
                  <a:fillRect l="-20455" r="-681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extBox 334">
            <a:extLst>
              <a:ext uri="{FF2B5EF4-FFF2-40B4-BE49-F238E27FC236}">
                <a16:creationId xmlns:a16="http://schemas.microsoft.com/office/drawing/2014/main" id="{DFD9EC2E-88FA-426F-9895-2C444F931283}"/>
              </a:ext>
            </a:extLst>
          </p:cNvPr>
          <p:cNvSpPr txBox="1"/>
          <p:nvPr/>
        </p:nvSpPr>
        <p:spPr>
          <a:xfrm>
            <a:off x="5629316" y="578955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1EB0C3F3-796E-4827-8C29-D3FF82CD9B37}"/>
              </a:ext>
            </a:extLst>
          </p:cNvPr>
          <p:cNvSpPr txBox="1"/>
          <p:nvPr/>
        </p:nvSpPr>
        <p:spPr>
          <a:xfrm>
            <a:off x="6086516" y="578955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F90BAF39-B3C5-4550-812B-FB5BF789AA17}"/>
              </a:ext>
            </a:extLst>
          </p:cNvPr>
          <p:cNvSpPr txBox="1"/>
          <p:nvPr/>
        </p:nvSpPr>
        <p:spPr>
          <a:xfrm>
            <a:off x="6504968" y="578818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8E1E440-CD8A-4B29-9A7B-25D3FF107102}"/>
              </a:ext>
            </a:extLst>
          </p:cNvPr>
          <p:cNvSpPr txBox="1"/>
          <p:nvPr/>
        </p:nvSpPr>
        <p:spPr>
          <a:xfrm>
            <a:off x="6924008" y="577621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7D2B2F10-7610-4BD3-B61D-B69BE88A461B}"/>
              </a:ext>
            </a:extLst>
          </p:cNvPr>
          <p:cNvSpPr/>
          <p:nvPr/>
        </p:nvSpPr>
        <p:spPr>
          <a:xfrm rot="16200000">
            <a:off x="6000183" y="1945048"/>
            <a:ext cx="1031876" cy="1678088"/>
          </a:xfrm>
          <a:prstGeom prst="rect">
            <a:avLst/>
          </a:prstGeom>
          <a:solidFill>
            <a:schemeClr val="accent6">
              <a:lumMod val="50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273DE8AB-C3B1-4B48-B9AF-3882B2987CDE}"/>
              </a:ext>
            </a:extLst>
          </p:cNvPr>
          <p:cNvSpPr/>
          <p:nvPr/>
        </p:nvSpPr>
        <p:spPr>
          <a:xfrm>
            <a:off x="5684567" y="4366733"/>
            <a:ext cx="1672056" cy="963307"/>
          </a:xfrm>
          <a:prstGeom prst="rect">
            <a:avLst/>
          </a:prstGeom>
          <a:solidFill>
            <a:schemeClr val="accent1">
              <a:lumMod val="75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0C85D762-D31F-4908-9207-B3B5F8A0C1F7}"/>
              </a:ext>
            </a:extLst>
          </p:cNvPr>
          <p:cNvSpPr txBox="1"/>
          <p:nvPr/>
        </p:nvSpPr>
        <p:spPr>
          <a:xfrm>
            <a:off x="8015685" y="2776740"/>
            <a:ext cx="3560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What if K’s and V’s for all the heads are the same?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CB87C75C-0B4B-4D57-9F32-B3ACA43A102E}"/>
              </a:ext>
            </a:extLst>
          </p:cNvPr>
          <p:cNvSpPr txBox="1"/>
          <p:nvPr/>
        </p:nvSpPr>
        <p:spPr>
          <a:xfrm>
            <a:off x="8023639" y="4257769"/>
            <a:ext cx="3546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We don’t need to cache the K’s or V’s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DDAFE5D8-D3A3-4A18-BF46-190FC450E429}"/>
                  </a:ext>
                </a:extLst>
              </p:cNvPr>
              <p:cNvSpPr txBox="1"/>
              <p:nvPr/>
            </p:nvSpPr>
            <p:spPr>
              <a:xfrm>
                <a:off x="3354501" y="1659165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DDAFE5D8-D3A3-4A18-BF46-190FC450E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501" y="1659165"/>
                <a:ext cx="287963" cy="276999"/>
              </a:xfrm>
              <a:prstGeom prst="rect">
                <a:avLst/>
              </a:prstGeom>
              <a:blipFill>
                <a:blip r:embed="rId22"/>
                <a:stretch>
                  <a:fillRect l="-18750" r="-625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B751C683-076C-44E1-8FD5-A9C89909C8C9}"/>
                  </a:ext>
                </a:extLst>
              </p:cNvPr>
              <p:cNvSpPr txBox="1"/>
              <p:nvPr/>
            </p:nvSpPr>
            <p:spPr>
              <a:xfrm>
                <a:off x="3801372" y="1668907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B751C683-076C-44E1-8FD5-A9C89909C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72" y="1668907"/>
                <a:ext cx="293285" cy="276999"/>
              </a:xfrm>
              <a:prstGeom prst="rect">
                <a:avLst/>
              </a:prstGeom>
              <a:blipFill>
                <a:blip r:embed="rId23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38B86F5-952B-478C-A966-49D355BA2FAB}"/>
                  </a:ext>
                </a:extLst>
              </p:cNvPr>
              <p:cNvSpPr txBox="1"/>
              <p:nvPr/>
            </p:nvSpPr>
            <p:spPr>
              <a:xfrm>
                <a:off x="4187800" y="1668676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38B86F5-952B-478C-A966-49D355BA2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800" y="1668676"/>
                <a:ext cx="293285" cy="276999"/>
              </a:xfrm>
              <a:prstGeom prst="rect">
                <a:avLst/>
              </a:prstGeom>
              <a:blipFill>
                <a:blip r:embed="rId24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FBE7ACA-A6EF-4FAF-99B9-84A543EAC66A}"/>
                  </a:ext>
                </a:extLst>
              </p:cNvPr>
              <p:cNvSpPr txBox="1"/>
              <p:nvPr/>
            </p:nvSpPr>
            <p:spPr>
              <a:xfrm>
                <a:off x="4615235" y="1678435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FBE7ACA-A6EF-4FAF-99B9-84A543EAC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235" y="1678435"/>
                <a:ext cx="293285" cy="276999"/>
              </a:xfrm>
              <a:prstGeom prst="rect">
                <a:avLst/>
              </a:prstGeom>
              <a:blipFill>
                <a:blip r:embed="rId25"/>
                <a:stretch>
                  <a:fillRect l="-18750" r="-833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0" animBg="1"/>
      <p:bldP spid="342" grpId="0" animBg="1"/>
      <p:bldP spid="345" grpId="0"/>
      <p:bldP spid="34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59D3-2FD1-402F-914F-133A8BE4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Query Attention (MQA)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8BAB6-0D48-4E6D-BBE9-2C657F8D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F064F-2445-422B-91EE-651E579B0847}"/>
              </a:ext>
            </a:extLst>
          </p:cNvPr>
          <p:cNvSpPr txBox="1"/>
          <p:nvPr/>
        </p:nvSpPr>
        <p:spPr>
          <a:xfrm>
            <a:off x="1762424" y="904219"/>
            <a:ext cx="8101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KV Cache Issue: Longer context requires larger KV cache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D83E7-76DA-470C-A17F-D81E7A0DB9C8}"/>
              </a:ext>
            </a:extLst>
          </p:cNvPr>
          <p:cNvSpPr txBox="1"/>
          <p:nvPr/>
        </p:nvSpPr>
        <p:spPr>
          <a:xfrm>
            <a:off x="1721784" y="1229339"/>
            <a:ext cx="4479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Can we reduce the cache size?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9AD835-B16B-48ED-8E06-E2F1B434F018}"/>
              </a:ext>
            </a:extLst>
          </p:cNvPr>
          <p:cNvSpPr/>
          <p:nvPr/>
        </p:nvSpPr>
        <p:spPr>
          <a:xfrm>
            <a:off x="697336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E492B2-4D59-4CAF-B5D1-982FF4E75D52}"/>
              </a:ext>
            </a:extLst>
          </p:cNvPr>
          <p:cNvSpPr/>
          <p:nvPr/>
        </p:nvSpPr>
        <p:spPr>
          <a:xfrm>
            <a:off x="870056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1F2503-5EDF-44CF-B2BD-37A356277AB6}"/>
              </a:ext>
            </a:extLst>
          </p:cNvPr>
          <p:cNvSpPr/>
          <p:nvPr/>
        </p:nvSpPr>
        <p:spPr>
          <a:xfrm>
            <a:off x="1055008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B25586-F47A-49C2-B8E2-84A295C75764}"/>
              </a:ext>
            </a:extLst>
          </p:cNvPr>
          <p:cNvSpPr/>
          <p:nvPr/>
        </p:nvSpPr>
        <p:spPr>
          <a:xfrm>
            <a:off x="1227728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740243-440D-4AD8-9447-F34A7C897AA4}"/>
              </a:ext>
            </a:extLst>
          </p:cNvPr>
          <p:cNvSpPr/>
          <p:nvPr/>
        </p:nvSpPr>
        <p:spPr>
          <a:xfrm>
            <a:off x="1402520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4C71103-EF57-4CB8-B768-5CF9E4394509}"/>
              </a:ext>
            </a:extLst>
          </p:cNvPr>
          <p:cNvSpPr/>
          <p:nvPr/>
        </p:nvSpPr>
        <p:spPr>
          <a:xfrm>
            <a:off x="1575240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FE1BA7-5076-4542-B7ED-F49613831DF7}"/>
              </a:ext>
            </a:extLst>
          </p:cNvPr>
          <p:cNvSpPr/>
          <p:nvPr/>
        </p:nvSpPr>
        <p:spPr>
          <a:xfrm>
            <a:off x="1760192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FF825E-1000-4757-856B-79CF85C19F36}"/>
              </a:ext>
            </a:extLst>
          </p:cNvPr>
          <p:cNvSpPr/>
          <p:nvPr/>
        </p:nvSpPr>
        <p:spPr>
          <a:xfrm>
            <a:off x="1932912" y="257820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A28FB9-A2FF-4685-94E3-E4E800EF5CFE}"/>
              </a:ext>
            </a:extLst>
          </p:cNvPr>
          <p:cNvSpPr/>
          <p:nvPr/>
        </p:nvSpPr>
        <p:spPr>
          <a:xfrm>
            <a:off x="693392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E34364-6DA1-4EE2-B25A-2292C0054DCC}"/>
              </a:ext>
            </a:extLst>
          </p:cNvPr>
          <p:cNvSpPr/>
          <p:nvPr/>
        </p:nvSpPr>
        <p:spPr>
          <a:xfrm>
            <a:off x="866112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716522-4428-4EBF-B840-38338E96129C}"/>
              </a:ext>
            </a:extLst>
          </p:cNvPr>
          <p:cNvSpPr/>
          <p:nvPr/>
        </p:nvSpPr>
        <p:spPr>
          <a:xfrm>
            <a:off x="1051064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AB1559-E461-49D7-A663-14FDF3618B30}"/>
              </a:ext>
            </a:extLst>
          </p:cNvPr>
          <p:cNvSpPr/>
          <p:nvPr/>
        </p:nvSpPr>
        <p:spPr>
          <a:xfrm>
            <a:off x="1223784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6000D8C-1CE8-410E-914F-ED26AA2BB57C}"/>
              </a:ext>
            </a:extLst>
          </p:cNvPr>
          <p:cNvSpPr/>
          <p:nvPr/>
        </p:nvSpPr>
        <p:spPr>
          <a:xfrm>
            <a:off x="1398576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D5788C-6789-454F-8F3C-7DB6B55A9E81}"/>
              </a:ext>
            </a:extLst>
          </p:cNvPr>
          <p:cNvSpPr/>
          <p:nvPr/>
        </p:nvSpPr>
        <p:spPr>
          <a:xfrm>
            <a:off x="1571296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5E4194-3A4C-43AF-9B37-3834E5CDF638}"/>
              </a:ext>
            </a:extLst>
          </p:cNvPr>
          <p:cNvSpPr/>
          <p:nvPr/>
        </p:nvSpPr>
        <p:spPr>
          <a:xfrm>
            <a:off x="1756248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A2DEFB-6395-46B4-8A9C-47ACEAABB8BD}"/>
              </a:ext>
            </a:extLst>
          </p:cNvPr>
          <p:cNvSpPr/>
          <p:nvPr/>
        </p:nvSpPr>
        <p:spPr>
          <a:xfrm>
            <a:off x="1928968" y="28220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D4D7DF-9C63-4AF7-BCA0-C68AB667EFA3}"/>
              </a:ext>
            </a:extLst>
          </p:cNvPr>
          <p:cNvSpPr/>
          <p:nvPr/>
        </p:nvSpPr>
        <p:spPr>
          <a:xfrm>
            <a:off x="699608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0258B1-35E3-4DCA-AC77-46A8E68CCC71}"/>
              </a:ext>
            </a:extLst>
          </p:cNvPr>
          <p:cNvSpPr/>
          <p:nvPr/>
        </p:nvSpPr>
        <p:spPr>
          <a:xfrm>
            <a:off x="872328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B99B06F-C0AB-43D9-8FFB-96CCE021DFEB}"/>
              </a:ext>
            </a:extLst>
          </p:cNvPr>
          <p:cNvSpPr/>
          <p:nvPr/>
        </p:nvSpPr>
        <p:spPr>
          <a:xfrm>
            <a:off x="1057280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B41AEB-440D-428E-89EF-996D02CE4996}"/>
              </a:ext>
            </a:extLst>
          </p:cNvPr>
          <p:cNvSpPr/>
          <p:nvPr/>
        </p:nvSpPr>
        <p:spPr>
          <a:xfrm>
            <a:off x="1230000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3BE8A7-3945-4A41-8971-727082FB09CD}"/>
              </a:ext>
            </a:extLst>
          </p:cNvPr>
          <p:cNvSpPr/>
          <p:nvPr/>
        </p:nvSpPr>
        <p:spPr>
          <a:xfrm>
            <a:off x="1404792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CF3896-6C58-4B95-BEC9-F4B814E3F384}"/>
              </a:ext>
            </a:extLst>
          </p:cNvPr>
          <p:cNvSpPr/>
          <p:nvPr/>
        </p:nvSpPr>
        <p:spPr>
          <a:xfrm>
            <a:off x="1577512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991FB5-59F2-4781-BFDC-EDD9EE7936D2}"/>
              </a:ext>
            </a:extLst>
          </p:cNvPr>
          <p:cNvSpPr/>
          <p:nvPr/>
        </p:nvSpPr>
        <p:spPr>
          <a:xfrm>
            <a:off x="1762464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2FECE5-303E-464D-AB94-7BCDF7E1FB74}"/>
              </a:ext>
            </a:extLst>
          </p:cNvPr>
          <p:cNvSpPr/>
          <p:nvPr/>
        </p:nvSpPr>
        <p:spPr>
          <a:xfrm>
            <a:off x="1935184" y="305574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B300D6-E5CA-46AD-8EEF-897F674AFC9A}"/>
              </a:ext>
            </a:extLst>
          </p:cNvPr>
          <p:cNvSpPr/>
          <p:nvPr/>
        </p:nvSpPr>
        <p:spPr>
          <a:xfrm>
            <a:off x="695664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644689-4B0C-4930-B407-FEB2B9879496}"/>
              </a:ext>
            </a:extLst>
          </p:cNvPr>
          <p:cNvSpPr/>
          <p:nvPr/>
        </p:nvSpPr>
        <p:spPr>
          <a:xfrm>
            <a:off x="868384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980BFC-9912-44BD-AE20-F8BF4826B9FF}"/>
              </a:ext>
            </a:extLst>
          </p:cNvPr>
          <p:cNvSpPr/>
          <p:nvPr/>
        </p:nvSpPr>
        <p:spPr>
          <a:xfrm>
            <a:off x="1053336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36D37D-DBBA-4249-A4ED-FE30E7C65D76}"/>
              </a:ext>
            </a:extLst>
          </p:cNvPr>
          <p:cNvSpPr/>
          <p:nvPr/>
        </p:nvSpPr>
        <p:spPr>
          <a:xfrm>
            <a:off x="1226056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7F2E1C-D762-4024-824A-F8E113758B6D}"/>
              </a:ext>
            </a:extLst>
          </p:cNvPr>
          <p:cNvSpPr/>
          <p:nvPr/>
        </p:nvSpPr>
        <p:spPr>
          <a:xfrm>
            <a:off x="1400848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A38AF54-D890-423C-9BFC-B6D01758C009}"/>
              </a:ext>
            </a:extLst>
          </p:cNvPr>
          <p:cNvSpPr/>
          <p:nvPr/>
        </p:nvSpPr>
        <p:spPr>
          <a:xfrm>
            <a:off x="1573568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FEBED8-7841-4F9B-A960-4D2E51EA9550}"/>
              </a:ext>
            </a:extLst>
          </p:cNvPr>
          <p:cNvSpPr/>
          <p:nvPr/>
        </p:nvSpPr>
        <p:spPr>
          <a:xfrm>
            <a:off x="1758520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97B6B00-5477-43B1-9014-A8DFF38B9127}"/>
              </a:ext>
            </a:extLst>
          </p:cNvPr>
          <p:cNvSpPr/>
          <p:nvPr/>
        </p:nvSpPr>
        <p:spPr>
          <a:xfrm>
            <a:off x="1931240" y="329958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63A924-B164-41CA-965B-0F2EE2C56D70}"/>
              </a:ext>
            </a:extLst>
          </p:cNvPr>
          <p:cNvSpPr/>
          <p:nvPr/>
        </p:nvSpPr>
        <p:spPr>
          <a:xfrm>
            <a:off x="693392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F3FD-0FE3-42B3-A025-4809085EC9D8}"/>
              </a:ext>
            </a:extLst>
          </p:cNvPr>
          <p:cNvSpPr/>
          <p:nvPr/>
        </p:nvSpPr>
        <p:spPr>
          <a:xfrm>
            <a:off x="866112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1C701E-A76D-40B5-99C5-A959A160F00A}"/>
              </a:ext>
            </a:extLst>
          </p:cNvPr>
          <p:cNvSpPr/>
          <p:nvPr/>
        </p:nvSpPr>
        <p:spPr>
          <a:xfrm>
            <a:off x="1051064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5548881-C340-4C12-AE17-5576FA5B2BE9}"/>
              </a:ext>
            </a:extLst>
          </p:cNvPr>
          <p:cNvSpPr/>
          <p:nvPr/>
        </p:nvSpPr>
        <p:spPr>
          <a:xfrm>
            <a:off x="1223784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255D6B-D645-4314-A4D2-13FDD676AE8E}"/>
              </a:ext>
            </a:extLst>
          </p:cNvPr>
          <p:cNvSpPr/>
          <p:nvPr/>
        </p:nvSpPr>
        <p:spPr>
          <a:xfrm>
            <a:off x="1398576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4B01E6-5799-4EBF-AA24-1CF91367FFB7}"/>
              </a:ext>
            </a:extLst>
          </p:cNvPr>
          <p:cNvSpPr/>
          <p:nvPr/>
        </p:nvSpPr>
        <p:spPr>
          <a:xfrm>
            <a:off x="1571296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AD0180B-F57E-46F8-92A8-5259DE1623E0}"/>
              </a:ext>
            </a:extLst>
          </p:cNvPr>
          <p:cNvSpPr/>
          <p:nvPr/>
        </p:nvSpPr>
        <p:spPr>
          <a:xfrm>
            <a:off x="1756248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1E9D478-4FF0-4E6A-A818-2FFBC6A49D39}"/>
              </a:ext>
            </a:extLst>
          </p:cNvPr>
          <p:cNvSpPr/>
          <p:nvPr/>
        </p:nvSpPr>
        <p:spPr>
          <a:xfrm>
            <a:off x="1928968" y="3523129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FC75B0-AA58-41F7-85EC-0EE36F1AB739}"/>
              </a:ext>
            </a:extLst>
          </p:cNvPr>
          <p:cNvSpPr/>
          <p:nvPr/>
        </p:nvSpPr>
        <p:spPr>
          <a:xfrm>
            <a:off x="555096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2FAF009-320A-432A-8B80-60DAB237D3FA}"/>
              </a:ext>
            </a:extLst>
          </p:cNvPr>
          <p:cNvSpPr/>
          <p:nvPr/>
        </p:nvSpPr>
        <p:spPr>
          <a:xfrm>
            <a:off x="727816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39032BD-4FFD-42C5-A8EC-E9B4C591160D}"/>
              </a:ext>
            </a:extLst>
          </p:cNvPr>
          <p:cNvSpPr/>
          <p:nvPr/>
        </p:nvSpPr>
        <p:spPr>
          <a:xfrm>
            <a:off x="994048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FEE326D-6CA2-4281-9D08-997A0B2AB8F7}"/>
              </a:ext>
            </a:extLst>
          </p:cNvPr>
          <p:cNvSpPr/>
          <p:nvPr/>
        </p:nvSpPr>
        <p:spPr>
          <a:xfrm>
            <a:off x="1166768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82F804D-F130-47EB-8329-1A8293809143}"/>
              </a:ext>
            </a:extLst>
          </p:cNvPr>
          <p:cNvSpPr/>
          <p:nvPr/>
        </p:nvSpPr>
        <p:spPr>
          <a:xfrm>
            <a:off x="1402520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BA8EA2D-C7BF-4457-AC2C-4C169FBC3619}"/>
              </a:ext>
            </a:extLst>
          </p:cNvPr>
          <p:cNvSpPr/>
          <p:nvPr/>
        </p:nvSpPr>
        <p:spPr>
          <a:xfrm>
            <a:off x="1575240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A563D2-9022-491D-ABB9-679FB0341670}"/>
              </a:ext>
            </a:extLst>
          </p:cNvPr>
          <p:cNvSpPr/>
          <p:nvPr/>
        </p:nvSpPr>
        <p:spPr>
          <a:xfrm>
            <a:off x="1831312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4D91A4D-EA4D-4BD6-8616-14D7BF0481E0}"/>
              </a:ext>
            </a:extLst>
          </p:cNvPr>
          <p:cNvSpPr/>
          <p:nvPr/>
        </p:nvSpPr>
        <p:spPr>
          <a:xfrm>
            <a:off x="2004032" y="435621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53DE40A-83A1-4A6A-9FB1-9AE4C46E551A}"/>
              </a:ext>
            </a:extLst>
          </p:cNvPr>
          <p:cNvSpPr/>
          <p:nvPr/>
        </p:nvSpPr>
        <p:spPr>
          <a:xfrm>
            <a:off x="551152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01CEFB0-22FD-4FB7-94E4-0CD77681C01A}"/>
              </a:ext>
            </a:extLst>
          </p:cNvPr>
          <p:cNvSpPr/>
          <p:nvPr/>
        </p:nvSpPr>
        <p:spPr>
          <a:xfrm>
            <a:off x="723872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9AFF6D-F99B-4697-835C-FF27AE6B6939}"/>
              </a:ext>
            </a:extLst>
          </p:cNvPr>
          <p:cNvSpPr/>
          <p:nvPr/>
        </p:nvSpPr>
        <p:spPr>
          <a:xfrm>
            <a:off x="990104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CEF821A-6A52-4990-B74C-F49FDCC38645}"/>
              </a:ext>
            </a:extLst>
          </p:cNvPr>
          <p:cNvSpPr/>
          <p:nvPr/>
        </p:nvSpPr>
        <p:spPr>
          <a:xfrm>
            <a:off x="1162824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FC007E-E1C1-45B4-8FEB-B13908AB8841}"/>
              </a:ext>
            </a:extLst>
          </p:cNvPr>
          <p:cNvSpPr/>
          <p:nvPr/>
        </p:nvSpPr>
        <p:spPr>
          <a:xfrm>
            <a:off x="1398576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CC745EA-6123-4092-BD6E-A2E17D8FF4B0}"/>
              </a:ext>
            </a:extLst>
          </p:cNvPr>
          <p:cNvSpPr/>
          <p:nvPr/>
        </p:nvSpPr>
        <p:spPr>
          <a:xfrm>
            <a:off x="1571296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8EF0DB1-B219-476F-A365-38471F94C709}"/>
              </a:ext>
            </a:extLst>
          </p:cNvPr>
          <p:cNvSpPr/>
          <p:nvPr/>
        </p:nvSpPr>
        <p:spPr>
          <a:xfrm>
            <a:off x="1827368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5F5EBDC-12C0-4836-BC4C-90A967444AF9}"/>
              </a:ext>
            </a:extLst>
          </p:cNvPr>
          <p:cNvSpPr/>
          <p:nvPr/>
        </p:nvSpPr>
        <p:spPr>
          <a:xfrm>
            <a:off x="2000088" y="46000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34C8D3D-56AC-4A66-BDB1-EDB3D804C0EF}"/>
              </a:ext>
            </a:extLst>
          </p:cNvPr>
          <p:cNvSpPr/>
          <p:nvPr/>
        </p:nvSpPr>
        <p:spPr>
          <a:xfrm>
            <a:off x="557368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9E860BA-DCB3-44DC-9570-273081CE5595}"/>
              </a:ext>
            </a:extLst>
          </p:cNvPr>
          <p:cNvSpPr/>
          <p:nvPr/>
        </p:nvSpPr>
        <p:spPr>
          <a:xfrm>
            <a:off x="730088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3F92248-6F86-418C-B30E-836D0994F1CA}"/>
              </a:ext>
            </a:extLst>
          </p:cNvPr>
          <p:cNvSpPr/>
          <p:nvPr/>
        </p:nvSpPr>
        <p:spPr>
          <a:xfrm>
            <a:off x="996320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9A7DD46-B88F-4DA1-9430-7722966645F7}"/>
              </a:ext>
            </a:extLst>
          </p:cNvPr>
          <p:cNvSpPr/>
          <p:nvPr/>
        </p:nvSpPr>
        <p:spPr>
          <a:xfrm>
            <a:off x="1169040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C45AB4F-0072-4D93-B41D-1D086983506F}"/>
              </a:ext>
            </a:extLst>
          </p:cNvPr>
          <p:cNvSpPr/>
          <p:nvPr/>
        </p:nvSpPr>
        <p:spPr>
          <a:xfrm>
            <a:off x="1404792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C1B0F6D-4F09-43B3-B6BB-73C2FCF9D334}"/>
              </a:ext>
            </a:extLst>
          </p:cNvPr>
          <p:cNvSpPr/>
          <p:nvPr/>
        </p:nvSpPr>
        <p:spPr>
          <a:xfrm>
            <a:off x="1577512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BEFEAE3-5AC5-4BBB-8A45-0EAF3C582521}"/>
              </a:ext>
            </a:extLst>
          </p:cNvPr>
          <p:cNvSpPr/>
          <p:nvPr/>
        </p:nvSpPr>
        <p:spPr>
          <a:xfrm>
            <a:off x="1833584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3F552DF-BF0B-4E12-A4EA-B09216346934}"/>
              </a:ext>
            </a:extLst>
          </p:cNvPr>
          <p:cNvSpPr/>
          <p:nvPr/>
        </p:nvSpPr>
        <p:spPr>
          <a:xfrm>
            <a:off x="2006304" y="483375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68175FB-ACDD-4CCF-A612-E926BCBE82BB}"/>
              </a:ext>
            </a:extLst>
          </p:cNvPr>
          <p:cNvSpPr/>
          <p:nvPr/>
        </p:nvSpPr>
        <p:spPr>
          <a:xfrm>
            <a:off x="553424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69A001-C247-4311-B7B9-D9733E279240}"/>
              </a:ext>
            </a:extLst>
          </p:cNvPr>
          <p:cNvSpPr/>
          <p:nvPr/>
        </p:nvSpPr>
        <p:spPr>
          <a:xfrm>
            <a:off x="726144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93B1F72-988D-46B2-862B-EB25B3D7B4FF}"/>
              </a:ext>
            </a:extLst>
          </p:cNvPr>
          <p:cNvSpPr/>
          <p:nvPr/>
        </p:nvSpPr>
        <p:spPr>
          <a:xfrm>
            <a:off x="992376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D3D3F3-B08B-47A6-8C39-41BDFFB3FB61}"/>
              </a:ext>
            </a:extLst>
          </p:cNvPr>
          <p:cNvSpPr/>
          <p:nvPr/>
        </p:nvSpPr>
        <p:spPr>
          <a:xfrm>
            <a:off x="1165096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443C511-B60C-4174-8169-6DCEB5A0FB99}"/>
              </a:ext>
            </a:extLst>
          </p:cNvPr>
          <p:cNvSpPr/>
          <p:nvPr/>
        </p:nvSpPr>
        <p:spPr>
          <a:xfrm>
            <a:off x="1400848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2D7AC98-5FD1-4C44-B1F2-A49F3CD5E191}"/>
              </a:ext>
            </a:extLst>
          </p:cNvPr>
          <p:cNvSpPr/>
          <p:nvPr/>
        </p:nvSpPr>
        <p:spPr>
          <a:xfrm>
            <a:off x="1573568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542FBBB-EC09-4AC1-8237-062B53D133DE}"/>
              </a:ext>
            </a:extLst>
          </p:cNvPr>
          <p:cNvSpPr/>
          <p:nvPr/>
        </p:nvSpPr>
        <p:spPr>
          <a:xfrm>
            <a:off x="1829640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6069EE-6D35-492B-8141-EEFCFE8429E8}"/>
              </a:ext>
            </a:extLst>
          </p:cNvPr>
          <p:cNvSpPr/>
          <p:nvPr/>
        </p:nvSpPr>
        <p:spPr>
          <a:xfrm>
            <a:off x="2002360" y="507759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0ABB3A8-C9A4-4DB2-86E4-E2E2D555526D}"/>
              </a:ext>
            </a:extLst>
          </p:cNvPr>
          <p:cNvSpPr/>
          <p:nvPr/>
        </p:nvSpPr>
        <p:spPr>
          <a:xfrm>
            <a:off x="551152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D0E13B1-0A47-4B80-AC67-249D479A6534}"/>
              </a:ext>
            </a:extLst>
          </p:cNvPr>
          <p:cNvSpPr/>
          <p:nvPr/>
        </p:nvSpPr>
        <p:spPr>
          <a:xfrm>
            <a:off x="723872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E9F593C-627F-4D60-AF76-98215672A8F4}"/>
              </a:ext>
            </a:extLst>
          </p:cNvPr>
          <p:cNvSpPr/>
          <p:nvPr/>
        </p:nvSpPr>
        <p:spPr>
          <a:xfrm>
            <a:off x="990104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65C41CC-CD47-4E5B-87C4-C6F211E4CEF3}"/>
              </a:ext>
            </a:extLst>
          </p:cNvPr>
          <p:cNvSpPr/>
          <p:nvPr/>
        </p:nvSpPr>
        <p:spPr>
          <a:xfrm>
            <a:off x="1162824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25B3186-8C20-4DF4-96EF-EB6377D04B74}"/>
              </a:ext>
            </a:extLst>
          </p:cNvPr>
          <p:cNvSpPr/>
          <p:nvPr/>
        </p:nvSpPr>
        <p:spPr>
          <a:xfrm>
            <a:off x="1398576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B652715-CEF7-403B-9D2B-69AD1FAA6D5B}"/>
              </a:ext>
            </a:extLst>
          </p:cNvPr>
          <p:cNvSpPr/>
          <p:nvPr/>
        </p:nvSpPr>
        <p:spPr>
          <a:xfrm>
            <a:off x="1571296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B655695-006D-407C-9B3C-7BDFAAE1B0AD}"/>
              </a:ext>
            </a:extLst>
          </p:cNvPr>
          <p:cNvSpPr/>
          <p:nvPr/>
        </p:nvSpPr>
        <p:spPr>
          <a:xfrm>
            <a:off x="1827368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28EF4EC-389F-4FB4-944D-6D1E07522D70}"/>
              </a:ext>
            </a:extLst>
          </p:cNvPr>
          <p:cNvSpPr/>
          <p:nvPr/>
        </p:nvSpPr>
        <p:spPr>
          <a:xfrm>
            <a:off x="2000088" y="5301130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/>
              <p:nvPr/>
            </p:nvSpPr>
            <p:spPr>
              <a:xfrm>
                <a:off x="549599" y="5453451"/>
                <a:ext cx="307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99" y="5453451"/>
                <a:ext cx="307905" cy="276999"/>
              </a:xfrm>
              <a:prstGeom prst="rect">
                <a:avLst/>
              </a:prstGeom>
              <a:blipFill>
                <a:blip r:embed="rId2"/>
                <a:stretch>
                  <a:fillRect l="-23529" r="-784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/>
              <p:nvPr/>
            </p:nvSpPr>
            <p:spPr>
              <a:xfrm>
                <a:off x="988032" y="5463611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32" y="5463611"/>
                <a:ext cx="313227" cy="276999"/>
              </a:xfrm>
              <a:prstGeom prst="rect">
                <a:avLst/>
              </a:prstGeom>
              <a:blipFill>
                <a:blip r:embed="rId3"/>
                <a:stretch>
                  <a:fillRect l="-23529" r="-9804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/>
              <p:nvPr/>
            </p:nvSpPr>
            <p:spPr>
              <a:xfrm>
                <a:off x="1423699" y="5463710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699" y="5463710"/>
                <a:ext cx="313227" cy="276999"/>
              </a:xfrm>
              <a:prstGeom prst="rect">
                <a:avLst/>
              </a:prstGeom>
              <a:blipFill>
                <a:blip r:embed="rId4"/>
                <a:stretch>
                  <a:fillRect l="-23529" r="-7843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/>
              <p:nvPr/>
            </p:nvSpPr>
            <p:spPr>
              <a:xfrm>
                <a:off x="1862132" y="5473870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32" y="5473870"/>
                <a:ext cx="313227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3D4AFDB2-F8D4-45E5-B76D-FA9E40D7DD27}"/>
              </a:ext>
            </a:extLst>
          </p:cNvPr>
          <p:cNvSpPr txBox="1"/>
          <p:nvPr/>
        </p:nvSpPr>
        <p:spPr>
          <a:xfrm>
            <a:off x="444766" y="56947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9328664-ED0A-47B2-9B6E-2357892B5A34}"/>
              </a:ext>
            </a:extLst>
          </p:cNvPr>
          <p:cNvSpPr txBox="1"/>
          <p:nvPr/>
        </p:nvSpPr>
        <p:spPr>
          <a:xfrm>
            <a:off x="901966" y="56947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E9ABA9-74FD-49EE-AFB9-60967C9A6F93}"/>
              </a:ext>
            </a:extLst>
          </p:cNvPr>
          <p:cNvSpPr txBox="1"/>
          <p:nvPr/>
        </p:nvSpPr>
        <p:spPr>
          <a:xfrm>
            <a:off x="1320418" y="569336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28FF9F2-AD6D-432B-917C-CBC1C78D1B3C}"/>
              </a:ext>
            </a:extLst>
          </p:cNvPr>
          <p:cNvSpPr txBox="1"/>
          <p:nvPr/>
        </p:nvSpPr>
        <p:spPr>
          <a:xfrm>
            <a:off x="1739458" y="568139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A266AD3-7D55-4B1B-9F1C-895866232A4F}"/>
              </a:ext>
            </a:extLst>
          </p:cNvPr>
          <p:cNvSpPr/>
          <p:nvPr/>
        </p:nvSpPr>
        <p:spPr>
          <a:xfrm>
            <a:off x="3335192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81D303C-2DDE-45FE-BD07-98A27A359D3C}"/>
              </a:ext>
            </a:extLst>
          </p:cNvPr>
          <p:cNvSpPr/>
          <p:nvPr/>
        </p:nvSpPr>
        <p:spPr>
          <a:xfrm>
            <a:off x="3507912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A6533E5-28BD-4F90-9F13-9358BC605480}"/>
              </a:ext>
            </a:extLst>
          </p:cNvPr>
          <p:cNvSpPr/>
          <p:nvPr/>
        </p:nvSpPr>
        <p:spPr>
          <a:xfrm>
            <a:off x="3774144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96B179B-FFF5-4308-BE3D-3AA962380082}"/>
              </a:ext>
            </a:extLst>
          </p:cNvPr>
          <p:cNvSpPr/>
          <p:nvPr/>
        </p:nvSpPr>
        <p:spPr>
          <a:xfrm>
            <a:off x="3946864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C290B9D-D4C0-4DDD-861A-0A0438842C04}"/>
              </a:ext>
            </a:extLst>
          </p:cNvPr>
          <p:cNvSpPr/>
          <p:nvPr/>
        </p:nvSpPr>
        <p:spPr>
          <a:xfrm>
            <a:off x="4182616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7F9AD8E-0351-476F-A9E3-BD2B7A7324F3}"/>
              </a:ext>
            </a:extLst>
          </p:cNvPr>
          <p:cNvSpPr/>
          <p:nvPr/>
        </p:nvSpPr>
        <p:spPr>
          <a:xfrm>
            <a:off x="4355336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812FED-BAB4-494C-B170-A6AD0F6B3D3C}"/>
              </a:ext>
            </a:extLst>
          </p:cNvPr>
          <p:cNvSpPr/>
          <p:nvPr/>
        </p:nvSpPr>
        <p:spPr>
          <a:xfrm>
            <a:off x="4611408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FA40244-8A8D-4BD6-A9EB-893AEC72FE10}"/>
              </a:ext>
            </a:extLst>
          </p:cNvPr>
          <p:cNvSpPr/>
          <p:nvPr/>
        </p:nvSpPr>
        <p:spPr>
          <a:xfrm>
            <a:off x="4784128" y="202387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84313E-069B-42C3-B66D-B79C35282B33}"/>
              </a:ext>
            </a:extLst>
          </p:cNvPr>
          <p:cNvSpPr/>
          <p:nvPr/>
        </p:nvSpPr>
        <p:spPr>
          <a:xfrm>
            <a:off x="3331248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73A9D39-DF39-4C07-91A8-C03544369938}"/>
              </a:ext>
            </a:extLst>
          </p:cNvPr>
          <p:cNvSpPr/>
          <p:nvPr/>
        </p:nvSpPr>
        <p:spPr>
          <a:xfrm>
            <a:off x="3503968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EAB9CF0-8642-4BA1-A4E0-4246FFDBE7A6}"/>
              </a:ext>
            </a:extLst>
          </p:cNvPr>
          <p:cNvSpPr/>
          <p:nvPr/>
        </p:nvSpPr>
        <p:spPr>
          <a:xfrm>
            <a:off x="3770200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6FC5870-BBBB-425F-855E-DC6F71F4087C}"/>
              </a:ext>
            </a:extLst>
          </p:cNvPr>
          <p:cNvSpPr/>
          <p:nvPr/>
        </p:nvSpPr>
        <p:spPr>
          <a:xfrm>
            <a:off x="3942920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A7A2D94-6D27-4F26-9764-A56B450AFCE6}"/>
              </a:ext>
            </a:extLst>
          </p:cNvPr>
          <p:cNvSpPr/>
          <p:nvPr/>
        </p:nvSpPr>
        <p:spPr>
          <a:xfrm>
            <a:off x="4178672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5F1A522-AAB3-4343-815A-1E194A62BC58}"/>
              </a:ext>
            </a:extLst>
          </p:cNvPr>
          <p:cNvSpPr/>
          <p:nvPr/>
        </p:nvSpPr>
        <p:spPr>
          <a:xfrm>
            <a:off x="4351392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477031B-D8FB-4E9F-9FFF-C77F9FDE0213}"/>
              </a:ext>
            </a:extLst>
          </p:cNvPr>
          <p:cNvSpPr/>
          <p:nvPr/>
        </p:nvSpPr>
        <p:spPr>
          <a:xfrm>
            <a:off x="4607464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57A076B-ED6C-4BAA-BC6D-A17DF87C7501}"/>
              </a:ext>
            </a:extLst>
          </p:cNvPr>
          <p:cNvSpPr/>
          <p:nvPr/>
        </p:nvSpPr>
        <p:spPr>
          <a:xfrm>
            <a:off x="4780184" y="22677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6BF0BCE-7ACF-4EA2-B7DD-CBEE2E85A037}"/>
              </a:ext>
            </a:extLst>
          </p:cNvPr>
          <p:cNvSpPr/>
          <p:nvPr/>
        </p:nvSpPr>
        <p:spPr>
          <a:xfrm>
            <a:off x="3337464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2A70843-9CC8-471F-88CC-D04B163EF06D}"/>
              </a:ext>
            </a:extLst>
          </p:cNvPr>
          <p:cNvSpPr/>
          <p:nvPr/>
        </p:nvSpPr>
        <p:spPr>
          <a:xfrm>
            <a:off x="3510184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50D2331-D6A1-41C5-9156-B70CB5B45940}"/>
              </a:ext>
            </a:extLst>
          </p:cNvPr>
          <p:cNvSpPr/>
          <p:nvPr/>
        </p:nvSpPr>
        <p:spPr>
          <a:xfrm>
            <a:off x="3776416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E67ECD3-6D8E-4B7F-AAF2-459100D22E23}"/>
              </a:ext>
            </a:extLst>
          </p:cNvPr>
          <p:cNvSpPr/>
          <p:nvPr/>
        </p:nvSpPr>
        <p:spPr>
          <a:xfrm>
            <a:off x="3949136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03BF867-61B8-440A-8046-4F2F04520E5C}"/>
              </a:ext>
            </a:extLst>
          </p:cNvPr>
          <p:cNvSpPr/>
          <p:nvPr/>
        </p:nvSpPr>
        <p:spPr>
          <a:xfrm>
            <a:off x="4184888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78BDA8A-9CAD-4CD6-9775-13C19D109F83}"/>
              </a:ext>
            </a:extLst>
          </p:cNvPr>
          <p:cNvSpPr/>
          <p:nvPr/>
        </p:nvSpPr>
        <p:spPr>
          <a:xfrm>
            <a:off x="4357608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C6DD5D3-A373-4678-A42B-D81C4DF4D9C9}"/>
              </a:ext>
            </a:extLst>
          </p:cNvPr>
          <p:cNvSpPr/>
          <p:nvPr/>
        </p:nvSpPr>
        <p:spPr>
          <a:xfrm>
            <a:off x="4613680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6D1338C-86AE-4DFF-A1D0-506A3E566493}"/>
              </a:ext>
            </a:extLst>
          </p:cNvPr>
          <p:cNvSpPr/>
          <p:nvPr/>
        </p:nvSpPr>
        <p:spPr>
          <a:xfrm>
            <a:off x="4786400" y="250141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38F084D-48F2-48CE-B2D4-40525E532455}"/>
              </a:ext>
            </a:extLst>
          </p:cNvPr>
          <p:cNvSpPr/>
          <p:nvPr/>
        </p:nvSpPr>
        <p:spPr>
          <a:xfrm>
            <a:off x="3333520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7346740-53C6-4478-BBAC-C2360BAF3626}"/>
              </a:ext>
            </a:extLst>
          </p:cNvPr>
          <p:cNvSpPr/>
          <p:nvPr/>
        </p:nvSpPr>
        <p:spPr>
          <a:xfrm>
            <a:off x="3506240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350C44D-29D3-403C-97FE-E944841A01E5}"/>
              </a:ext>
            </a:extLst>
          </p:cNvPr>
          <p:cNvSpPr/>
          <p:nvPr/>
        </p:nvSpPr>
        <p:spPr>
          <a:xfrm>
            <a:off x="3772472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A59BD7-723B-4832-9559-6CF22F0DE8F6}"/>
              </a:ext>
            </a:extLst>
          </p:cNvPr>
          <p:cNvSpPr/>
          <p:nvPr/>
        </p:nvSpPr>
        <p:spPr>
          <a:xfrm>
            <a:off x="3945192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C58FD451-265B-4292-8220-C6DB6500ADEC}"/>
              </a:ext>
            </a:extLst>
          </p:cNvPr>
          <p:cNvSpPr/>
          <p:nvPr/>
        </p:nvSpPr>
        <p:spPr>
          <a:xfrm>
            <a:off x="4180944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8C3A5BBA-F83F-4532-9A7C-47C4BBB8D2EB}"/>
              </a:ext>
            </a:extLst>
          </p:cNvPr>
          <p:cNvSpPr/>
          <p:nvPr/>
        </p:nvSpPr>
        <p:spPr>
          <a:xfrm>
            <a:off x="4353664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1AF1B81-B865-46B1-BF52-D39CC1C13091}"/>
              </a:ext>
            </a:extLst>
          </p:cNvPr>
          <p:cNvSpPr/>
          <p:nvPr/>
        </p:nvSpPr>
        <p:spPr>
          <a:xfrm>
            <a:off x="4609736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8B04303-9A00-43D2-BDC0-FBBC2295077C}"/>
              </a:ext>
            </a:extLst>
          </p:cNvPr>
          <p:cNvSpPr/>
          <p:nvPr/>
        </p:nvSpPr>
        <p:spPr>
          <a:xfrm>
            <a:off x="4782456" y="274525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567BC3F-A796-465A-8610-3C9AAD24150A}"/>
              </a:ext>
            </a:extLst>
          </p:cNvPr>
          <p:cNvSpPr/>
          <p:nvPr/>
        </p:nvSpPr>
        <p:spPr>
          <a:xfrm>
            <a:off x="3331248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2F78B85-9A39-4688-BA66-1CAADB98DB4B}"/>
              </a:ext>
            </a:extLst>
          </p:cNvPr>
          <p:cNvSpPr/>
          <p:nvPr/>
        </p:nvSpPr>
        <p:spPr>
          <a:xfrm>
            <a:off x="3503968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02BE4C4-2FB6-4CFB-959B-1CEB34436A8F}"/>
              </a:ext>
            </a:extLst>
          </p:cNvPr>
          <p:cNvSpPr/>
          <p:nvPr/>
        </p:nvSpPr>
        <p:spPr>
          <a:xfrm>
            <a:off x="3770200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843B0F6-8D50-4320-A7B1-19F9A3551964}"/>
              </a:ext>
            </a:extLst>
          </p:cNvPr>
          <p:cNvSpPr/>
          <p:nvPr/>
        </p:nvSpPr>
        <p:spPr>
          <a:xfrm>
            <a:off x="3942920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E2B3A28-F591-4A27-8339-34C81CBA1296}"/>
              </a:ext>
            </a:extLst>
          </p:cNvPr>
          <p:cNvSpPr/>
          <p:nvPr/>
        </p:nvSpPr>
        <p:spPr>
          <a:xfrm>
            <a:off x="4178672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2BCA647D-B6F5-495F-BDD9-28FB45FA679E}"/>
              </a:ext>
            </a:extLst>
          </p:cNvPr>
          <p:cNvSpPr/>
          <p:nvPr/>
        </p:nvSpPr>
        <p:spPr>
          <a:xfrm>
            <a:off x="4351392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5D7F5D3-557E-476C-8F3F-39284B2FC241}"/>
              </a:ext>
            </a:extLst>
          </p:cNvPr>
          <p:cNvSpPr/>
          <p:nvPr/>
        </p:nvSpPr>
        <p:spPr>
          <a:xfrm>
            <a:off x="4607464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30D68D2-778C-4E6B-AC34-E41F5450C8F0}"/>
              </a:ext>
            </a:extLst>
          </p:cNvPr>
          <p:cNvSpPr/>
          <p:nvPr/>
        </p:nvSpPr>
        <p:spPr>
          <a:xfrm>
            <a:off x="4780184" y="2968793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4D9A41B-26A1-414C-BCB3-35BC0F04B372}"/>
              </a:ext>
            </a:extLst>
          </p:cNvPr>
          <p:cNvSpPr/>
          <p:nvPr/>
        </p:nvSpPr>
        <p:spPr>
          <a:xfrm>
            <a:off x="3300968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4AB8B99-E2F5-4775-A55A-952AD82138C4}"/>
              </a:ext>
            </a:extLst>
          </p:cNvPr>
          <p:cNvSpPr/>
          <p:nvPr/>
        </p:nvSpPr>
        <p:spPr>
          <a:xfrm>
            <a:off x="3473688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AD0D10E-BFF2-44A1-AB1B-1D43850B5753}"/>
              </a:ext>
            </a:extLst>
          </p:cNvPr>
          <p:cNvSpPr/>
          <p:nvPr/>
        </p:nvSpPr>
        <p:spPr>
          <a:xfrm>
            <a:off x="3739920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9D2779A-5900-4C5D-B44C-E7B3B8BB146E}"/>
              </a:ext>
            </a:extLst>
          </p:cNvPr>
          <p:cNvSpPr/>
          <p:nvPr/>
        </p:nvSpPr>
        <p:spPr>
          <a:xfrm>
            <a:off x="3912640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F3FCF97-3611-402C-8B15-9A14821C5D20}"/>
              </a:ext>
            </a:extLst>
          </p:cNvPr>
          <p:cNvSpPr/>
          <p:nvPr/>
        </p:nvSpPr>
        <p:spPr>
          <a:xfrm>
            <a:off x="4148392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64D320F-67A9-48F5-8DD9-60F90D03BB70}"/>
              </a:ext>
            </a:extLst>
          </p:cNvPr>
          <p:cNvSpPr/>
          <p:nvPr/>
        </p:nvSpPr>
        <p:spPr>
          <a:xfrm>
            <a:off x="4321112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BE9DC30B-533B-41D7-8E04-A0459218CEE5}"/>
              </a:ext>
            </a:extLst>
          </p:cNvPr>
          <p:cNvSpPr/>
          <p:nvPr/>
        </p:nvSpPr>
        <p:spPr>
          <a:xfrm>
            <a:off x="4577184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102B38E-5F5D-4ACB-A36C-6E8F412F760A}"/>
              </a:ext>
            </a:extLst>
          </p:cNvPr>
          <p:cNvSpPr/>
          <p:nvPr/>
        </p:nvSpPr>
        <p:spPr>
          <a:xfrm>
            <a:off x="4749904" y="43764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9EBBAB4D-FAB1-4A6E-A91E-3BA9347A1674}"/>
              </a:ext>
            </a:extLst>
          </p:cNvPr>
          <p:cNvSpPr/>
          <p:nvPr/>
        </p:nvSpPr>
        <p:spPr>
          <a:xfrm>
            <a:off x="3297024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9021D91-4A84-4329-9879-01F63D9810DB}"/>
              </a:ext>
            </a:extLst>
          </p:cNvPr>
          <p:cNvSpPr/>
          <p:nvPr/>
        </p:nvSpPr>
        <p:spPr>
          <a:xfrm>
            <a:off x="3469744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8D56D2F-1ADE-4428-A69F-FE85BD60176F}"/>
              </a:ext>
            </a:extLst>
          </p:cNvPr>
          <p:cNvSpPr/>
          <p:nvPr/>
        </p:nvSpPr>
        <p:spPr>
          <a:xfrm>
            <a:off x="3735976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F462D30-85BE-400A-BB58-EF38BD00883B}"/>
              </a:ext>
            </a:extLst>
          </p:cNvPr>
          <p:cNvSpPr/>
          <p:nvPr/>
        </p:nvSpPr>
        <p:spPr>
          <a:xfrm>
            <a:off x="3908696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1335C5F-F067-405D-8A38-1B54244CB309}"/>
              </a:ext>
            </a:extLst>
          </p:cNvPr>
          <p:cNvSpPr/>
          <p:nvPr/>
        </p:nvSpPr>
        <p:spPr>
          <a:xfrm>
            <a:off x="4144448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D312378-DE6F-4508-BB85-1B0C714C3D40}"/>
              </a:ext>
            </a:extLst>
          </p:cNvPr>
          <p:cNvSpPr/>
          <p:nvPr/>
        </p:nvSpPr>
        <p:spPr>
          <a:xfrm>
            <a:off x="4317168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7236B78-5C22-410B-9E50-97D81A173AD0}"/>
              </a:ext>
            </a:extLst>
          </p:cNvPr>
          <p:cNvSpPr/>
          <p:nvPr/>
        </p:nvSpPr>
        <p:spPr>
          <a:xfrm>
            <a:off x="4573240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B845F1C-608A-4E2C-B63D-B802BC03769B}"/>
              </a:ext>
            </a:extLst>
          </p:cNvPr>
          <p:cNvSpPr/>
          <p:nvPr/>
        </p:nvSpPr>
        <p:spPr>
          <a:xfrm>
            <a:off x="4745960" y="46202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8CAAA39-4961-401C-A0FC-E8212BF84CEF}"/>
              </a:ext>
            </a:extLst>
          </p:cNvPr>
          <p:cNvSpPr/>
          <p:nvPr/>
        </p:nvSpPr>
        <p:spPr>
          <a:xfrm>
            <a:off x="3303240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D6C21D8-820B-4503-B7FC-C6F63BCF3471}"/>
              </a:ext>
            </a:extLst>
          </p:cNvPr>
          <p:cNvSpPr/>
          <p:nvPr/>
        </p:nvSpPr>
        <p:spPr>
          <a:xfrm>
            <a:off x="3475960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AB73F18-05E4-494F-B763-75D3F643AF09}"/>
              </a:ext>
            </a:extLst>
          </p:cNvPr>
          <p:cNvSpPr/>
          <p:nvPr/>
        </p:nvSpPr>
        <p:spPr>
          <a:xfrm>
            <a:off x="3742192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DE8CE78-DA30-4983-84F2-69A982F4D837}"/>
              </a:ext>
            </a:extLst>
          </p:cNvPr>
          <p:cNvSpPr/>
          <p:nvPr/>
        </p:nvSpPr>
        <p:spPr>
          <a:xfrm>
            <a:off x="3914912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9089594-BA0A-41F2-BA7D-3AE82C89D439}"/>
              </a:ext>
            </a:extLst>
          </p:cNvPr>
          <p:cNvSpPr/>
          <p:nvPr/>
        </p:nvSpPr>
        <p:spPr>
          <a:xfrm>
            <a:off x="4150664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00652F5-B649-4733-A98E-6013857A4780}"/>
              </a:ext>
            </a:extLst>
          </p:cNvPr>
          <p:cNvSpPr/>
          <p:nvPr/>
        </p:nvSpPr>
        <p:spPr>
          <a:xfrm>
            <a:off x="4323384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C2AA185-93E9-4E8A-8236-175207DD99F6}"/>
              </a:ext>
            </a:extLst>
          </p:cNvPr>
          <p:cNvSpPr/>
          <p:nvPr/>
        </p:nvSpPr>
        <p:spPr>
          <a:xfrm>
            <a:off x="4579456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C063E91-FBE6-4AAE-B976-26EF871D59C2}"/>
              </a:ext>
            </a:extLst>
          </p:cNvPr>
          <p:cNvSpPr/>
          <p:nvPr/>
        </p:nvSpPr>
        <p:spPr>
          <a:xfrm>
            <a:off x="4752176" y="48539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DE716039-5CE5-4116-96FB-B2CFD3895756}"/>
              </a:ext>
            </a:extLst>
          </p:cNvPr>
          <p:cNvSpPr/>
          <p:nvPr/>
        </p:nvSpPr>
        <p:spPr>
          <a:xfrm>
            <a:off x="3299296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7FD536D-644B-46F0-884C-B4BF0A05965B}"/>
              </a:ext>
            </a:extLst>
          </p:cNvPr>
          <p:cNvSpPr/>
          <p:nvPr/>
        </p:nvSpPr>
        <p:spPr>
          <a:xfrm>
            <a:off x="3472016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50754E6-ED45-40B6-A96F-EBED4D80C0E5}"/>
              </a:ext>
            </a:extLst>
          </p:cNvPr>
          <p:cNvSpPr/>
          <p:nvPr/>
        </p:nvSpPr>
        <p:spPr>
          <a:xfrm>
            <a:off x="3738248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81ABD7CF-8177-4FDA-AB43-E2DEBFD5C74D}"/>
              </a:ext>
            </a:extLst>
          </p:cNvPr>
          <p:cNvSpPr/>
          <p:nvPr/>
        </p:nvSpPr>
        <p:spPr>
          <a:xfrm>
            <a:off x="3910968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C076512-8BC8-40A6-A61C-24414A2E91D8}"/>
              </a:ext>
            </a:extLst>
          </p:cNvPr>
          <p:cNvSpPr/>
          <p:nvPr/>
        </p:nvSpPr>
        <p:spPr>
          <a:xfrm>
            <a:off x="4146720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3370658-450B-4EB1-9AB2-15B952CC8964}"/>
              </a:ext>
            </a:extLst>
          </p:cNvPr>
          <p:cNvSpPr/>
          <p:nvPr/>
        </p:nvSpPr>
        <p:spPr>
          <a:xfrm>
            <a:off x="4319440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D82A3017-4046-4734-B534-611D494A80E0}"/>
              </a:ext>
            </a:extLst>
          </p:cNvPr>
          <p:cNvSpPr/>
          <p:nvPr/>
        </p:nvSpPr>
        <p:spPr>
          <a:xfrm>
            <a:off x="4575512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AC17C81-F0E3-4F8A-ABBB-B978E2E0580A}"/>
              </a:ext>
            </a:extLst>
          </p:cNvPr>
          <p:cNvSpPr/>
          <p:nvPr/>
        </p:nvSpPr>
        <p:spPr>
          <a:xfrm>
            <a:off x="4748232" y="509783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D890C33-E852-4A8C-B49F-33010D0E9C20}"/>
              </a:ext>
            </a:extLst>
          </p:cNvPr>
          <p:cNvSpPr/>
          <p:nvPr/>
        </p:nvSpPr>
        <p:spPr>
          <a:xfrm>
            <a:off x="3297024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9DD00B5-8635-47B2-90A3-A98AD26C70F3}"/>
              </a:ext>
            </a:extLst>
          </p:cNvPr>
          <p:cNvSpPr/>
          <p:nvPr/>
        </p:nvSpPr>
        <p:spPr>
          <a:xfrm>
            <a:off x="3469744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D125578-38EB-4E39-BE5D-961241FD2BBC}"/>
              </a:ext>
            </a:extLst>
          </p:cNvPr>
          <p:cNvSpPr/>
          <p:nvPr/>
        </p:nvSpPr>
        <p:spPr>
          <a:xfrm>
            <a:off x="3735976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625D31D-F147-4D52-83D5-8E5920BC88C9}"/>
              </a:ext>
            </a:extLst>
          </p:cNvPr>
          <p:cNvSpPr/>
          <p:nvPr/>
        </p:nvSpPr>
        <p:spPr>
          <a:xfrm>
            <a:off x="3908696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517586F5-991D-436D-B35E-CEA9DC079842}"/>
              </a:ext>
            </a:extLst>
          </p:cNvPr>
          <p:cNvSpPr/>
          <p:nvPr/>
        </p:nvSpPr>
        <p:spPr>
          <a:xfrm>
            <a:off x="4144448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8224E413-B003-4454-B734-8A207683C2FA}"/>
              </a:ext>
            </a:extLst>
          </p:cNvPr>
          <p:cNvSpPr/>
          <p:nvPr/>
        </p:nvSpPr>
        <p:spPr>
          <a:xfrm>
            <a:off x="4317168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781DAF1-761D-4F77-92DC-B41239C90449}"/>
              </a:ext>
            </a:extLst>
          </p:cNvPr>
          <p:cNvSpPr/>
          <p:nvPr/>
        </p:nvSpPr>
        <p:spPr>
          <a:xfrm>
            <a:off x="4573240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3DCA65FF-E728-43EA-9528-AE45F7B0DC4C}"/>
              </a:ext>
            </a:extLst>
          </p:cNvPr>
          <p:cNvSpPr/>
          <p:nvPr/>
        </p:nvSpPr>
        <p:spPr>
          <a:xfrm>
            <a:off x="4745960" y="53213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D1042CC2-9A7F-4986-A5C8-C77F45F421B0}"/>
              </a:ext>
            </a:extLst>
          </p:cNvPr>
          <p:cNvSpPr/>
          <p:nvPr/>
        </p:nvSpPr>
        <p:spPr>
          <a:xfrm>
            <a:off x="3333720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A84A896-F690-4B09-8EB0-D8084EBD1170}"/>
              </a:ext>
            </a:extLst>
          </p:cNvPr>
          <p:cNvSpPr/>
          <p:nvPr/>
        </p:nvSpPr>
        <p:spPr>
          <a:xfrm>
            <a:off x="3506440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14501C6-EC39-4CF5-99A1-07EF9F1278B8}"/>
              </a:ext>
            </a:extLst>
          </p:cNvPr>
          <p:cNvSpPr/>
          <p:nvPr/>
        </p:nvSpPr>
        <p:spPr>
          <a:xfrm>
            <a:off x="3772672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0B1DC43-B544-48FE-9E22-1729EA14FEB5}"/>
              </a:ext>
            </a:extLst>
          </p:cNvPr>
          <p:cNvSpPr/>
          <p:nvPr/>
        </p:nvSpPr>
        <p:spPr>
          <a:xfrm>
            <a:off x="3945392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098ADE1-B5FF-4C7A-A5B3-9169228AA054}"/>
              </a:ext>
            </a:extLst>
          </p:cNvPr>
          <p:cNvSpPr/>
          <p:nvPr/>
        </p:nvSpPr>
        <p:spPr>
          <a:xfrm>
            <a:off x="4181144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BF0031F-B3B8-41A2-B55B-B1D2724501F6}"/>
              </a:ext>
            </a:extLst>
          </p:cNvPr>
          <p:cNvSpPr/>
          <p:nvPr/>
        </p:nvSpPr>
        <p:spPr>
          <a:xfrm>
            <a:off x="4353864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000EA68-A568-4716-8F5B-361999032DDA}"/>
              </a:ext>
            </a:extLst>
          </p:cNvPr>
          <p:cNvSpPr/>
          <p:nvPr/>
        </p:nvSpPr>
        <p:spPr>
          <a:xfrm>
            <a:off x="4609936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0CD8053-5E4A-4DDF-9336-C32C17B49B81}"/>
              </a:ext>
            </a:extLst>
          </p:cNvPr>
          <p:cNvSpPr/>
          <p:nvPr/>
        </p:nvSpPr>
        <p:spPr>
          <a:xfrm>
            <a:off x="4782656" y="31979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548AB63-A299-415C-9A30-CB291675C099}"/>
              </a:ext>
            </a:extLst>
          </p:cNvPr>
          <p:cNvSpPr/>
          <p:nvPr/>
        </p:nvSpPr>
        <p:spPr>
          <a:xfrm>
            <a:off x="3329776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3D811AF-EBD2-4636-B4A1-89D9F3069818}"/>
              </a:ext>
            </a:extLst>
          </p:cNvPr>
          <p:cNvSpPr/>
          <p:nvPr/>
        </p:nvSpPr>
        <p:spPr>
          <a:xfrm>
            <a:off x="3502496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D415DB8-3460-4A20-A6B0-4ED47D270DAB}"/>
              </a:ext>
            </a:extLst>
          </p:cNvPr>
          <p:cNvSpPr/>
          <p:nvPr/>
        </p:nvSpPr>
        <p:spPr>
          <a:xfrm>
            <a:off x="3768728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582217F-4DE3-442E-88E0-9D0DDCD97886}"/>
              </a:ext>
            </a:extLst>
          </p:cNvPr>
          <p:cNvSpPr/>
          <p:nvPr/>
        </p:nvSpPr>
        <p:spPr>
          <a:xfrm>
            <a:off x="3941448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0E16D27-3938-4269-BD57-7A0A0A783A82}"/>
              </a:ext>
            </a:extLst>
          </p:cNvPr>
          <p:cNvSpPr/>
          <p:nvPr/>
        </p:nvSpPr>
        <p:spPr>
          <a:xfrm>
            <a:off x="4177200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E9F016-8D0E-4464-94DF-2CBD11FE84A3}"/>
              </a:ext>
            </a:extLst>
          </p:cNvPr>
          <p:cNvSpPr/>
          <p:nvPr/>
        </p:nvSpPr>
        <p:spPr>
          <a:xfrm>
            <a:off x="4349920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B92628C-026D-49EA-B646-66F34EC4E6A9}"/>
              </a:ext>
            </a:extLst>
          </p:cNvPr>
          <p:cNvSpPr/>
          <p:nvPr/>
        </p:nvSpPr>
        <p:spPr>
          <a:xfrm>
            <a:off x="4605992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BC528C7F-432A-4987-AE88-7493D87F0F56}"/>
              </a:ext>
            </a:extLst>
          </p:cNvPr>
          <p:cNvSpPr/>
          <p:nvPr/>
        </p:nvSpPr>
        <p:spPr>
          <a:xfrm>
            <a:off x="4778712" y="34418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B73E609-21A2-4D17-B561-96B2FB8203B3}"/>
              </a:ext>
            </a:extLst>
          </p:cNvPr>
          <p:cNvSpPr/>
          <p:nvPr/>
        </p:nvSpPr>
        <p:spPr>
          <a:xfrm>
            <a:off x="3327504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90D7F802-1DB1-421F-BAD2-3E111924C46C}"/>
              </a:ext>
            </a:extLst>
          </p:cNvPr>
          <p:cNvSpPr/>
          <p:nvPr/>
        </p:nvSpPr>
        <p:spPr>
          <a:xfrm>
            <a:off x="3500224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4E8ADB27-23CC-4F9E-90D9-21F68903B91C}"/>
              </a:ext>
            </a:extLst>
          </p:cNvPr>
          <p:cNvSpPr/>
          <p:nvPr/>
        </p:nvSpPr>
        <p:spPr>
          <a:xfrm>
            <a:off x="3766456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3834E28-C209-4DA5-80C6-B522453B9721}"/>
              </a:ext>
            </a:extLst>
          </p:cNvPr>
          <p:cNvSpPr/>
          <p:nvPr/>
        </p:nvSpPr>
        <p:spPr>
          <a:xfrm>
            <a:off x="3939176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9ABA66D8-B73E-4982-A576-B5148A1383D9}"/>
              </a:ext>
            </a:extLst>
          </p:cNvPr>
          <p:cNvSpPr/>
          <p:nvPr/>
        </p:nvSpPr>
        <p:spPr>
          <a:xfrm>
            <a:off x="4174928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8DDF4EEE-5482-4087-B74D-D50B46F53D50}"/>
              </a:ext>
            </a:extLst>
          </p:cNvPr>
          <p:cNvSpPr/>
          <p:nvPr/>
        </p:nvSpPr>
        <p:spPr>
          <a:xfrm>
            <a:off x="4347648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46A8AF8-8B8A-4E4F-BCAE-CE0FEDE4D824}"/>
              </a:ext>
            </a:extLst>
          </p:cNvPr>
          <p:cNvSpPr/>
          <p:nvPr/>
        </p:nvSpPr>
        <p:spPr>
          <a:xfrm>
            <a:off x="4603720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A65AD2A-F19F-4FD6-84E0-825449796293}"/>
              </a:ext>
            </a:extLst>
          </p:cNvPr>
          <p:cNvSpPr/>
          <p:nvPr/>
        </p:nvSpPr>
        <p:spPr>
          <a:xfrm>
            <a:off x="4776440" y="366536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2B1C02D9-CE87-4389-A4F2-E97649A995A7}"/>
              </a:ext>
            </a:extLst>
          </p:cNvPr>
          <p:cNvSpPr/>
          <p:nvPr/>
        </p:nvSpPr>
        <p:spPr>
          <a:xfrm>
            <a:off x="3310928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87B3994-F978-47FD-AA4E-A65341C6DED1}"/>
              </a:ext>
            </a:extLst>
          </p:cNvPr>
          <p:cNvSpPr/>
          <p:nvPr/>
        </p:nvSpPr>
        <p:spPr>
          <a:xfrm>
            <a:off x="3483648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77B0890-BB98-4822-8705-038E8744CF0B}"/>
              </a:ext>
            </a:extLst>
          </p:cNvPr>
          <p:cNvSpPr/>
          <p:nvPr/>
        </p:nvSpPr>
        <p:spPr>
          <a:xfrm>
            <a:off x="3749880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659BA26-58E3-40FE-9FB5-B72104390F2F}"/>
              </a:ext>
            </a:extLst>
          </p:cNvPr>
          <p:cNvSpPr/>
          <p:nvPr/>
        </p:nvSpPr>
        <p:spPr>
          <a:xfrm>
            <a:off x="3922600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FF3D6512-C6F9-46E5-9F95-CF2E606B3417}"/>
              </a:ext>
            </a:extLst>
          </p:cNvPr>
          <p:cNvSpPr/>
          <p:nvPr/>
        </p:nvSpPr>
        <p:spPr>
          <a:xfrm>
            <a:off x="4158352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09AEE51-1D07-4931-9B24-B077CDA326F0}"/>
              </a:ext>
            </a:extLst>
          </p:cNvPr>
          <p:cNvSpPr/>
          <p:nvPr/>
        </p:nvSpPr>
        <p:spPr>
          <a:xfrm>
            <a:off x="4331072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EFD0194-1845-4FCC-BEDF-10495E93EEF1}"/>
              </a:ext>
            </a:extLst>
          </p:cNvPr>
          <p:cNvSpPr/>
          <p:nvPr/>
        </p:nvSpPr>
        <p:spPr>
          <a:xfrm>
            <a:off x="4587144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C5DA1FF-3294-416B-AAA1-1AE536AF9E33}"/>
              </a:ext>
            </a:extLst>
          </p:cNvPr>
          <p:cNvSpPr/>
          <p:nvPr/>
        </p:nvSpPr>
        <p:spPr>
          <a:xfrm>
            <a:off x="4759864" y="554493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2F89D405-E5A4-4811-8485-0EA9C29352A2}"/>
              </a:ext>
            </a:extLst>
          </p:cNvPr>
          <p:cNvSpPr/>
          <p:nvPr/>
        </p:nvSpPr>
        <p:spPr>
          <a:xfrm>
            <a:off x="3306984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E5A4687D-133E-4088-820D-158E5029881B}"/>
              </a:ext>
            </a:extLst>
          </p:cNvPr>
          <p:cNvSpPr/>
          <p:nvPr/>
        </p:nvSpPr>
        <p:spPr>
          <a:xfrm>
            <a:off x="3479704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5D7CE174-65A1-4B80-869C-8368AE2B6396}"/>
              </a:ext>
            </a:extLst>
          </p:cNvPr>
          <p:cNvSpPr/>
          <p:nvPr/>
        </p:nvSpPr>
        <p:spPr>
          <a:xfrm>
            <a:off x="3745936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166CBED-DB1F-4826-8182-9E47122C08D8}"/>
              </a:ext>
            </a:extLst>
          </p:cNvPr>
          <p:cNvSpPr/>
          <p:nvPr/>
        </p:nvSpPr>
        <p:spPr>
          <a:xfrm>
            <a:off x="3918656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384AF3A5-FD23-43D2-8DB1-A0F31CB9CD6B}"/>
              </a:ext>
            </a:extLst>
          </p:cNvPr>
          <p:cNvSpPr/>
          <p:nvPr/>
        </p:nvSpPr>
        <p:spPr>
          <a:xfrm>
            <a:off x="4154408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2260FFE6-6601-4730-A6B5-4A4A70E40D68}"/>
              </a:ext>
            </a:extLst>
          </p:cNvPr>
          <p:cNvSpPr/>
          <p:nvPr/>
        </p:nvSpPr>
        <p:spPr>
          <a:xfrm>
            <a:off x="4327128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2374EB0-9C23-4A80-A9F3-FDCAC4FF6C2A}"/>
              </a:ext>
            </a:extLst>
          </p:cNvPr>
          <p:cNvSpPr/>
          <p:nvPr/>
        </p:nvSpPr>
        <p:spPr>
          <a:xfrm>
            <a:off x="4583200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0C9EE996-9E6C-471C-B690-D246E227B101}"/>
              </a:ext>
            </a:extLst>
          </p:cNvPr>
          <p:cNvSpPr/>
          <p:nvPr/>
        </p:nvSpPr>
        <p:spPr>
          <a:xfrm>
            <a:off x="4755920" y="578877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06D5DCA-BCA9-4711-92D7-9CC6BF583AB0}"/>
              </a:ext>
            </a:extLst>
          </p:cNvPr>
          <p:cNvSpPr/>
          <p:nvPr/>
        </p:nvSpPr>
        <p:spPr>
          <a:xfrm>
            <a:off x="3304712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C63B693B-3687-4297-BD16-0C7B560AFC19}"/>
              </a:ext>
            </a:extLst>
          </p:cNvPr>
          <p:cNvSpPr/>
          <p:nvPr/>
        </p:nvSpPr>
        <p:spPr>
          <a:xfrm>
            <a:off x="3477432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4A96412-4CBE-4F91-B11F-63DBFB5337F8}"/>
              </a:ext>
            </a:extLst>
          </p:cNvPr>
          <p:cNvSpPr/>
          <p:nvPr/>
        </p:nvSpPr>
        <p:spPr>
          <a:xfrm>
            <a:off x="3743664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DB55DE5-0577-4A17-A1C5-0B642DFD88B2}"/>
              </a:ext>
            </a:extLst>
          </p:cNvPr>
          <p:cNvSpPr/>
          <p:nvPr/>
        </p:nvSpPr>
        <p:spPr>
          <a:xfrm>
            <a:off x="3916384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AC0F45C-8767-4F44-91FF-7B2A06C20801}"/>
              </a:ext>
            </a:extLst>
          </p:cNvPr>
          <p:cNvSpPr/>
          <p:nvPr/>
        </p:nvSpPr>
        <p:spPr>
          <a:xfrm>
            <a:off x="4152136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4F04CA6C-24BF-41A5-A635-CD1235096B66}"/>
              </a:ext>
            </a:extLst>
          </p:cNvPr>
          <p:cNvSpPr/>
          <p:nvPr/>
        </p:nvSpPr>
        <p:spPr>
          <a:xfrm>
            <a:off x="4324856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B01C18C-3E3F-4C2D-8E86-7615B154FBE7}"/>
              </a:ext>
            </a:extLst>
          </p:cNvPr>
          <p:cNvSpPr/>
          <p:nvPr/>
        </p:nvSpPr>
        <p:spPr>
          <a:xfrm>
            <a:off x="4580928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7A77E8CA-1F7C-4823-BB3D-6A2BA33DA405}"/>
              </a:ext>
            </a:extLst>
          </p:cNvPr>
          <p:cNvSpPr/>
          <p:nvPr/>
        </p:nvSpPr>
        <p:spPr>
          <a:xfrm>
            <a:off x="4753648" y="6012310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/>
              <p:nvPr/>
            </p:nvSpPr>
            <p:spPr>
              <a:xfrm>
                <a:off x="3264363" y="3800315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363" y="3800315"/>
                <a:ext cx="475836" cy="276999"/>
              </a:xfrm>
              <a:prstGeom prst="rect">
                <a:avLst/>
              </a:prstGeom>
              <a:blipFill>
                <a:blip r:embed="rId6"/>
                <a:stretch>
                  <a:fillRect l="-10127" r="-37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/>
              <p:nvPr/>
            </p:nvSpPr>
            <p:spPr>
              <a:xfrm>
                <a:off x="3702796" y="3810475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796" y="3810475"/>
                <a:ext cx="475836" cy="276999"/>
              </a:xfrm>
              <a:prstGeom prst="rect">
                <a:avLst/>
              </a:prstGeom>
              <a:blipFill>
                <a:blip r:embed="rId7"/>
                <a:stretch>
                  <a:fillRect l="-10256" r="-512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/>
              <p:nvPr/>
            </p:nvSpPr>
            <p:spPr>
              <a:xfrm>
                <a:off x="4138463" y="3810574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63" y="3810574"/>
                <a:ext cx="475836" cy="276999"/>
              </a:xfrm>
              <a:prstGeom prst="rect">
                <a:avLst/>
              </a:prstGeom>
              <a:blipFill>
                <a:blip r:embed="rId8"/>
                <a:stretch>
                  <a:fillRect l="-11538" r="-384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/>
              <p:nvPr/>
            </p:nvSpPr>
            <p:spPr>
              <a:xfrm>
                <a:off x="4576896" y="3820734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96" y="3820734"/>
                <a:ext cx="475836" cy="276999"/>
              </a:xfrm>
              <a:prstGeom prst="rect">
                <a:avLst/>
              </a:prstGeom>
              <a:blipFill>
                <a:blip r:embed="rId9"/>
                <a:stretch>
                  <a:fillRect l="-11538" r="-3846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8C57FAC2-6581-40C9-96FE-AB8870D5240B}"/>
              </a:ext>
            </a:extLst>
          </p:cNvPr>
          <p:cNvSpPr txBox="1"/>
          <p:nvPr/>
        </p:nvSpPr>
        <p:spPr>
          <a:xfrm>
            <a:off x="3240810" y="404159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B1D2B8B-1A06-4057-8343-474A4B3D346C}"/>
              </a:ext>
            </a:extLst>
          </p:cNvPr>
          <p:cNvSpPr txBox="1"/>
          <p:nvPr/>
        </p:nvSpPr>
        <p:spPr>
          <a:xfrm>
            <a:off x="3698010" y="404159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79B7B57-BCBC-486B-819D-FC0B5B9DA80E}"/>
              </a:ext>
            </a:extLst>
          </p:cNvPr>
          <p:cNvSpPr txBox="1"/>
          <p:nvPr/>
        </p:nvSpPr>
        <p:spPr>
          <a:xfrm>
            <a:off x="4116462" y="404022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E8FD5AF-BA9A-4A06-9C9B-619DD14BE0DB}"/>
              </a:ext>
            </a:extLst>
          </p:cNvPr>
          <p:cNvSpPr txBox="1"/>
          <p:nvPr/>
        </p:nvSpPr>
        <p:spPr>
          <a:xfrm>
            <a:off x="4535502" y="402826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/>
              <p:nvPr/>
            </p:nvSpPr>
            <p:spPr>
              <a:xfrm>
                <a:off x="3254203" y="6198075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03" y="6198075"/>
                <a:ext cx="464614" cy="276999"/>
              </a:xfrm>
              <a:prstGeom prst="rect">
                <a:avLst/>
              </a:prstGeom>
              <a:blipFill>
                <a:blip r:embed="rId10"/>
                <a:stretch>
                  <a:fillRect l="-11842" r="-394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/>
              <p:nvPr/>
            </p:nvSpPr>
            <p:spPr>
              <a:xfrm>
                <a:off x="3692636" y="6208235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636" y="6208235"/>
                <a:ext cx="464614" cy="276999"/>
              </a:xfrm>
              <a:prstGeom prst="rect">
                <a:avLst/>
              </a:prstGeom>
              <a:blipFill>
                <a:blip r:embed="rId11"/>
                <a:stretch>
                  <a:fillRect l="-11842" r="-394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/>
              <p:nvPr/>
            </p:nvSpPr>
            <p:spPr>
              <a:xfrm>
                <a:off x="4128303" y="6208334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303" y="6208334"/>
                <a:ext cx="464614" cy="276999"/>
              </a:xfrm>
              <a:prstGeom prst="rect">
                <a:avLst/>
              </a:prstGeom>
              <a:blipFill>
                <a:blip r:embed="rId12"/>
                <a:stretch>
                  <a:fillRect l="-10526" r="-526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/>
              <p:nvPr/>
            </p:nvSpPr>
            <p:spPr>
              <a:xfrm>
                <a:off x="4566736" y="6218494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36" y="6218494"/>
                <a:ext cx="464614" cy="276999"/>
              </a:xfrm>
              <a:prstGeom prst="rect">
                <a:avLst/>
              </a:prstGeom>
              <a:blipFill>
                <a:blip r:embed="rId13"/>
                <a:stretch>
                  <a:fillRect l="-10526" r="-526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TextBox 238">
            <a:extLst>
              <a:ext uri="{FF2B5EF4-FFF2-40B4-BE49-F238E27FC236}">
                <a16:creationId xmlns:a16="http://schemas.microsoft.com/office/drawing/2014/main" id="{20F5C6A4-3166-44B6-BDC6-E8540C08E636}"/>
              </a:ext>
            </a:extLst>
          </p:cNvPr>
          <p:cNvSpPr txBox="1"/>
          <p:nvPr/>
        </p:nvSpPr>
        <p:spPr>
          <a:xfrm>
            <a:off x="3230650" y="64393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2A54F4-5392-4036-A382-56FE032BBAA8}"/>
              </a:ext>
            </a:extLst>
          </p:cNvPr>
          <p:cNvSpPr txBox="1"/>
          <p:nvPr/>
        </p:nvSpPr>
        <p:spPr>
          <a:xfrm>
            <a:off x="3687850" y="64393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AE21E26-D25C-4EF8-8313-158A2C55556F}"/>
              </a:ext>
            </a:extLst>
          </p:cNvPr>
          <p:cNvSpPr txBox="1"/>
          <p:nvPr/>
        </p:nvSpPr>
        <p:spPr>
          <a:xfrm>
            <a:off x="4106302" y="643798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766DDD-43C5-42E5-AAC1-82C82518D246}"/>
              </a:ext>
            </a:extLst>
          </p:cNvPr>
          <p:cNvSpPr txBox="1"/>
          <p:nvPr/>
        </p:nvSpPr>
        <p:spPr>
          <a:xfrm>
            <a:off x="4525342" y="642602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7A9051A3-E54A-427E-BE1E-4074EA64A768}"/>
              </a:ext>
            </a:extLst>
          </p:cNvPr>
          <p:cNvSpPr/>
          <p:nvPr/>
        </p:nvSpPr>
        <p:spPr>
          <a:xfrm>
            <a:off x="5727642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6212A879-4F04-4435-873C-0E5ED0A41719}"/>
              </a:ext>
            </a:extLst>
          </p:cNvPr>
          <p:cNvSpPr/>
          <p:nvPr/>
        </p:nvSpPr>
        <p:spPr>
          <a:xfrm>
            <a:off x="5900362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6212B8C-BA40-4AC3-B047-F8F4D51F44A8}"/>
              </a:ext>
            </a:extLst>
          </p:cNvPr>
          <p:cNvSpPr/>
          <p:nvPr/>
        </p:nvSpPr>
        <p:spPr>
          <a:xfrm>
            <a:off x="6166594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78C8313-CCC1-4BE9-8470-2293441F9AC2}"/>
              </a:ext>
            </a:extLst>
          </p:cNvPr>
          <p:cNvSpPr/>
          <p:nvPr/>
        </p:nvSpPr>
        <p:spPr>
          <a:xfrm>
            <a:off x="6339314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34B8D81-22B6-45AC-921C-6080FABE219A}"/>
              </a:ext>
            </a:extLst>
          </p:cNvPr>
          <p:cNvSpPr/>
          <p:nvPr/>
        </p:nvSpPr>
        <p:spPr>
          <a:xfrm>
            <a:off x="6575066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3BB5B2DE-6579-4675-BF83-0615838ACA1B}"/>
              </a:ext>
            </a:extLst>
          </p:cNvPr>
          <p:cNvSpPr/>
          <p:nvPr/>
        </p:nvSpPr>
        <p:spPr>
          <a:xfrm>
            <a:off x="6747786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75BBE8A-F8BC-4D8F-9840-2E6C2221A0ED}"/>
              </a:ext>
            </a:extLst>
          </p:cNvPr>
          <p:cNvSpPr/>
          <p:nvPr/>
        </p:nvSpPr>
        <p:spPr>
          <a:xfrm>
            <a:off x="7003858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3F6EBC9A-03B3-4DF2-BAB8-C05A75527636}"/>
              </a:ext>
            </a:extLst>
          </p:cNvPr>
          <p:cNvSpPr/>
          <p:nvPr/>
        </p:nvSpPr>
        <p:spPr>
          <a:xfrm>
            <a:off x="7176578" y="239530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BD0A6A4-C999-4E35-AFB3-70BB3A206185}"/>
              </a:ext>
            </a:extLst>
          </p:cNvPr>
          <p:cNvSpPr/>
          <p:nvPr/>
        </p:nvSpPr>
        <p:spPr>
          <a:xfrm>
            <a:off x="5723698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994A99CA-25C1-44E4-8AF9-972E8309EABC}"/>
              </a:ext>
            </a:extLst>
          </p:cNvPr>
          <p:cNvSpPr/>
          <p:nvPr/>
        </p:nvSpPr>
        <p:spPr>
          <a:xfrm>
            <a:off x="5896418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965EC37E-32B8-4E77-9F2E-FD7A7E65E3C0}"/>
              </a:ext>
            </a:extLst>
          </p:cNvPr>
          <p:cNvSpPr/>
          <p:nvPr/>
        </p:nvSpPr>
        <p:spPr>
          <a:xfrm>
            <a:off x="6162650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DBCDEFE7-12CF-427D-A068-C60589657E7E}"/>
              </a:ext>
            </a:extLst>
          </p:cNvPr>
          <p:cNvSpPr/>
          <p:nvPr/>
        </p:nvSpPr>
        <p:spPr>
          <a:xfrm>
            <a:off x="6335370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6753CF8D-6146-469C-B692-0876A47C76AD}"/>
              </a:ext>
            </a:extLst>
          </p:cNvPr>
          <p:cNvSpPr/>
          <p:nvPr/>
        </p:nvSpPr>
        <p:spPr>
          <a:xfrm>
            <a:off x="6571122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C42FA184-9906-4A92-92DF-F379D63B4D7E}"/>
              </a:ext>
            </a:extLst>
          </p:cNvPr>
          <p:cNvSpPr/>
          <p:nvPr/>
        </p:nvSpPr>
        <p:spPr>
          <a:xfrm>
            <a:off x="6743842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53E121C-7D0E-4705-9519-A1CE0979567A}"/>
              </a:ext>
            </a:extLst>
          </p:cNvPr>
          <p:cNvSpPr/>
          <p:nvPr/>
        </p:nvSpPr>
        <p:spPr>
          <a:xfrm>
            <a:off x="6999914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07C57E15-D9C2-4ECD-A31F-6B55B19548AB}"/>
              </a:ext>
            </a:extLst>
          </p:cNvPr>
          <p:cNvSpPr/>
          <p:nvPr/>
        </p:nvSpPr>
        <p:spPr>
          <a:xfrm>
            <a:off x="7172634" y="26391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5A5275DC-3D30-4F2B-BC6E-4CA075A7F701}"/>
              </a:ext>
            </a:extLst>
          </p:cNvPr>
          <p:cNvSpPr/>
          <p:nvPr/>
        </p:nvSpPr>
        <p:spPr>
          <a:xfrm>
            <a:off x="5729914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5B53C47-17EE-4474-9139-06B6CE1FBE09}"/>
              </a:ext>
            </a:extLst>
          </p:cNvPr>
          <p:cNvSpPr/>
          <p:nvPr/>
        </p:nvSpPr>
        <p:spPr>
          <a:xfrm>
            <a:off x="5902634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9CE249F0-2569-4970-99FE-8D0E419F3176}"/>
              </a:ext>
            </a:extLst>
          </p:cNvPr>
          <p:cNvSpPr/>
          <p:nvPr/>
        </p:nvSpPr>
        <p:spPr>
          <a:xfrm>
            <a:off x="6168866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347E9E25-75A5-4AD3-B095-774857474033}"/>
              </a:ext>
            </a:extLst>
          </p:cNvPr>
          <p:cNvSpPr/>
          <p:nvPr/>
        </p:nvSpPr>
        <p:spPr>
          <a:xfrm>
            <a:off x="6341586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415974B8-87D7-4211-8DBF-9C4FC0D3022E}"/>
              </a:ext>
            </a:extLst>
          </p:cNvPr>
          <p:cNvSpPr/>
          <p:nvPr/>
        </p:nvSpPr>
        <p:spPr>
          <a:xfrm>
            <a:off x="6577338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6A4D395A-CD1F-4573-BF47-8577117C5924}"/>
              </a:ext>
            </a:extLst>
          </p:cNvPr>
          <p:cNvSpPr/>
          <p:nvPr/>
        </p:nvSpPr>
        <p:spPr>
          <a:xfrm>
            <a:off x="6750058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30EF899-081E-4CA2-BA3A-63C1CA95EF85}"/>
              </a:ext>
            </a:extLst>
          </p:cNvPr>
          <p:cNvSpPr/>
          <p:nvPr/>
        </p:nvSpPr>
        <p:spPr>
          <a:xfrm>
            <a:off x="7006130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84B32D74-8F67-4294-AA36-82747C4F1751}"/>
              </a:ext>
            </a:extLst>
          </p:cNvPr>
          <p:cNvSpPr/>
          <p:nvPr/>
        </p:nvSpPr>
        <p:spPr>
          <a:xfrm>
            <a:off x="7178850" y="287284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B495DAB1-221C-405A-A655-CEA93EAE66FC}"/>
              </a:ext>
            </a:extLst>
          </p:cNvPr>
          <p:cNvSpPr/>
          <p:nvPr/>
        </p:nvSpPr>
        <p:spPr>
          <a:xfrm>
            <a:off x="5725970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5741909B-610A-4E54-B137-6B3593B1164C}"/>
              </a:ext>
            </a:extLst>
          </p:cNvPr>
          <p:cNvSpPr/>
          <p:nvPr/>
        </p:nvSpPr>
        <p:spPr>
          <a:xfrm>
            <a:off x="5898690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C7661C7C-2F08-4460-8213-F1A3ABBAFC6A}"/>
              </a:ext>
            </a:extLst>
          </p:cNvPr>
          <p:cNvSpPr/>
          <p:nvPr/>
        </p:nvSpPr>
        <p:spPr>
          <a:xfrm>
            <a:off x="6164922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5F393BD8-2F6F-4FCB-A34F-A90521B23288}"/>
              </a:ext>
            </a:extLst>
          </p:cNvPr>
          <p:cNvSpPr/>
          <p:nvPr/>
        </p:nvSpPr>
        <p:spPr>
          <a:xfrm>
            <a:off x="6337642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DE4B038-BA9C-4A6C-9A46-ACFD279E0E51}"/>
              </a:ext>
            </a:extLst>
          </p:cNvPr>
          <p:cNvSpPr/>
          <p:nvPr/>
        </p:nvSpPr>
        <p:spPr>
          <a:xfrm>
            <a:off x="6573394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8BC51DA1-BA6E-49CD-8E58-160FA2375B1F}"/>
              </a:ext>
            </a:extLst>
          </p:cNvPr>
          <p:cNvSpPr/>
          <p:nvPr/>
        </p:nvSpPr>
        <p:spPr>
          <a:xfrm>
            <a:off x="6746114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839B9676-6207-4C7E-BD00-4B9C57530B28}"/>
              </a:ext>
            </a:extLst>
          </p:cNvPr>
          <p:cNvSpPr/>
          <p:nvPr/>
        </p:nvSpPr>
        <p:spPr>
          <a:xfrm>
            <a:off x="7002186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73F85629-9E0E-472A-9425-48B7B3775834}"/>
              </a:ext>
            </a:extLst>
          </p:cNvPr>
          <p:cNvSpPr/>
          <p:nvPr/>
        </p:nvSpPr>
        <p:spPr>
          <a:xfrm>
            <a:off x="7174906" y="311668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8C0EE63A-10B2-477B-B0FC-7DCDBB38EB25}"/>
              </a:ext>
            </a:extLst>
          </p:cNvPr>
          <p:cNvSpPr/>
          <p:nvPr/>
        </p:nvSpPr>
        <p:spPr>
          <a:xfrm>
            <a:off x="5723698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31938CA7-F1F5-4BFB-9D15-65880582405E}"/>
              </a:ext>
            </a:extLst>
          </p:cNvPr>
          <p:cNvSpPr/>
          <p:nvPr/>
        </p:nvSpPr>
        <p:spPr>
          <a:xfrm>
            <a:off x="5896418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EF81AE3D-F738-465D-864E-0CD61A35E851}"/>
              </a:ext>
            </a:extLst>
          </p:cNvPr>
          <p:cNvSpPr/>
          <p:nvPr/>
        </p:nvSpPr>
        <p:spPr>
          <a:xfrm>
            <a:off x="6162650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A275EF33-2123-4F0C-9ABF-CFBAB4E2C1A0}"/>
              </a:ext>
            </a:extLst>
          </p:cNvPr>
          <p:cNvSpPr/>
          <p:nvPr/>
        </p:nvSpPr>
        <p:spPr>
          <a:xfrm>
            <a:off x="6335370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5CE566D-E209-4280-A74C-DA6EE226D254}"/>
              </a:ext>
            </a:extLst>
          </p:cNvPr>
          <p:cNvSpPr/>
          <p:nvPr/>
        </p:nvSpPr>
        <p:spPr>
          <a:xfrm>
            <a:off x="6571122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725067F9-C8CB-49E6-8FD5-2276AECADAF0}"/>
              </a:ext>
            </a:extLst>
          </p:cNvPr>
          <p:cNvSpPr/>
          <p:nvPr/>
        </p:nvSpPr>
        <p:spPr>
          <a:xfrm>
            <a:off x="6743842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1B1B2669-3455-4D9B-8F60-05DF3B2D9327}"/>
              </a:ext>
            </a:extLst>
          </p:cNvPr>
          <p:cNvSpPr/>
          <p:nvPr/>
        </p:nvSpPr>
        <p:spPr>
          <a:xfrm>
            <a:off x="6999914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59F966DD-3C1F-464D-930D-B60908D8ECC9}"/>
              </a:ext>
            </a:extLst>
          </p:cNvPr>
          <p:cNvSpPr/>
          <p:nvPr/>
        </p:nvSpPr>
        <p:spPr>
          <a:xfrm>
            <a:off x="7172634" y="3340229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70F6FD8E-D177-461C-A1E2-D09FB55777E3}"/>
              </a:ext>
            </a:extLst>
          </p:cNvPr>
          <p:cNvSpPr/>
          <p:nvPr/>
        </p:nvSpPr>
        <p:spPr>
          <a:xfrm>
            <a:off x="5727642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9826389-21F5-4FB1-9124-9285D7CDC88E}"/>
              </a:ext>
            </a:extLst>
          </p:cNvPr>
          <p:cNvSpPr/>
          <p:nvPr/>
        </p:nvSpPr>
        <p:spPr>
          <a:xfrm>
            <a:off x="5900362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2457F22C-2301-42A1-A631-D3384F3374C1}"/>
              </a:ext>
            </a:extLst>
          </p:cNvPr>
          <p:cNvSpPr/>
          <p:nvPr/>
        </p:nvSpPr>
        <p:spPr>
          <a:xfrm>
            <a:off x="6166594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A6B49C1C-DAF3-4C0F-92F2-E12C847B17C1}"/>
              </a:ext>
            </a:extLst>
          </p:cNvPr>
          <p:cNvSpPr/>
          <p:nvPr/>
        </p:nvSpPr>
        <p:spPr>
          <a:xfrm>
            <a:off x="6339314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4256A07F-33AA-425C-847A-0D959F30B571}"/>
              </a:ext>
            </a:extLst>
          </p:cNvPr>
          <p:cNvSpPr/>
          <p:nvPr/>
        </p:nvSpPr>
        <p:spPr>
          <a:xfrm>
            <a:off x="6575066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C6A80E4F-D8E7-4A26-9CDD-71DC694C064E}"/>
              </a:ext>
            </a:extLst>
          </p:cNvPr>
          <p:cNvSpPr/>
          <p:nvPr/>
        </p:nvSpPr>
        <p:spPr>
          <a:xfrm>
            <a:off x="6747786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CAAD0E20-AAE5-459C-9C7F-E4719806D797}"/>
              </a:ext>
            </a:extLst>
          </p:cNvPr>
          <p:cNvSpPr/>
          <p:nvPr/>
        </p:nvSpPr>
        <p:spPr>
          <a:xfrm>
            <a:off x="7003858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F920AAB-994B-4F9A-A871-FE9F6A97B47D}"/>
              </a:ext>
            </a:extLst>
          </p:cNvPr>
          <p:cNvSpPr/>
          <p:nvPr/>
        </p:nvSpPr>
        <p:spPr>
          <a:xfrm>
            <a:off x="7176578" y="444757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7C16CF79-880D-4510-BC09-717FE0D760C0}"/>
              </a:ext>
            </a:extLst>
          </p:cNvPr>
          <p:cNvSpPr/>
          <p:nvPr/>
        </p:nvSpPr>
        <p:spPr>
          <a:xfrm>
            <a:off x="5723698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8C2AC0-A34F-4666-BAF7-D23863EFE354}"/>
              </a:ext>
            </a:extLst>
          </p:cNvPr>
          <p:cNvSpPr/>
          <p:nvPr/>
        </p:nvSpPr>
        <p:spPr>
          <a:xfrm>
            <a:off x="5896418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9961DDE-846A-40BA-BFEA-611E4044B624}"/>
              </a:ext>
            </a:extLst>
          </p:cNvPr>
          <p:cNvSpPr/>
          <p:nvPr/>
        </p:nvSpPr>
        <p:spPr>
          <a:xfrm>
            <a:off x="6162650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BB817AF3-0DAF-4BFD-BA93-B9AAD3B4F318}"/>
              </a:ext>
            </a:extLst>
          </p:cNvPr>
          <p:cNvSpPr/>
          <p:nvPr/>
        </p:nvSpPr>
        <p:spPr>
          <a:xfrm>
            <a:off x="6335370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765C4BB-4F35-4F07-99EA-638ACADF0D5A}"/>
              </a:ext>
            </a:extLst>
          </p:cNvPr>
          <p:cNvSpPr/>
          <p:nvPr/>
        </p:nvSpPr>
        <p:spPr>
          <a:xfrm>
            <a:off x="6571122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5EE9E2CC-8AA9-4B39-92E8-F13F56855488}"/>
              </a:ext>
            </a:extLst>
          </p:cNvPr>
          <p:cNvSpPr/>
          <p:nvPr/>
        </p:nvSpPr>
        <p:spPr>
          <a:xfrm>
            <a:off x="6743842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96B5572-BF5F-4AD4-B9C3-494F5C6B9375}"/>
              </a:ext>
            </a:extLst>
          </p:cNvPr>
          <p:cNvSpPr/>
          <p:nvPr/>
        </p:nvSpPr>
        <p:spPr>
          <a:xfrm>
            <a:off x="6999914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B4F80AA8-EE26-4380-86AE-4ABE1876CBCB}"/>
              </a:ext>
            </a:extLst>
          </p:cNvPr>
          <p:cNvSpPr/>
          <p:nvPr/>
        </p:nvSpPr>
        <p:spPr>
          <a:xfrm>
            <a:off x="7172634" y="46914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C53C94B-DA87-489A-80A1-74E978B36F9E}"/>
              </a:ext>
            </a:extLst>
          </p:cNvPr>
          <p:cNvSpPr/>
          <p:nvPr/>
        </p:nvSpPr>
        <p:spPr>
          <a:xfrm>
            <a:off x="5729914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33CA5C47-5C24-410C-A40C-644ADB5F5DEA}"/>
              </a:ext>
            </a:extLst>
          </p:cNvPr>
          <p:cNvSpPr/>
          <p:nvPr/>
        </p:nvSpPr>
        <p:spPr>
          <a:xfrm>
            <a:off x="5902634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7482FDE5-1BA7-4EB7-8108-5D920454B019}"/>
              </a:ext>
            </a:extLst>
          </p:cNvPr>
          <p:cNvSpPr/>
          <p:nvPr/>
        </p:nvSpPr>
        <p:spPr>
          <a:xfrm>
            <a:off x="6168866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16D2880E-AB38-49AD-99CA-DC101DF2A624}"/>
              </a:ext>
            </a:extLst>
          </p:cNvPr>
          <p:cNvSpPr/>
          <p:nvPr/>
        </p:nvSpPr>
        <p:spPr>
          <a:xfrm>
            <a:off x="6341586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83F8E05D-4D35-4861-BA89-D610BCD384F5}"/>
              </a:ext>
            </a:extLst>
          </p:cNvPr>
          <p:cNvSpPr/>
          <p:nvPr/>
        </p:nvSpPr>
        <p:spPr>
          <a:xfrm>
            <a:off x="6577338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5D6931F6-72EB-462E-AC2F-86A54F69B19D}"/>
              </a:ext>
            </a:extLst>
          </p:cNvPr>
          <p:cNvSpPr/>
          <p:nvPr/>
        </p:nvSpPr>
        <p:spPr>
          <a:xfrm>
            <a:off x="6750058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9477E5AC-D9C8-4553-9170-90AE235151D4}"/>
              </a:ext>
            </a:extLst>
          </p:cNvPr>
          <p:cNvSpPr/>
          <p:nvPr/>
        </p:nvSpPr>
        <p:spPr>
          <a:xfrm>
            <a:off x="7006130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AD2DC4D3-0FD9-487E-95F1-9A7160C92846}"/>
              </a:ext>
            </a:extLst>
          </p:cNvPr>
          <p:cNvSpPr/>
          <p:nvPr/>
        </p:nvSpPr>
        <p:spPr>
          <a:xfrm>
            <a:off x="7178850" y="492511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4447F54D-ED52-483C-BC2D-1E891F153A55}"/>
              </a:ext>
            </a:extLst>
          </p:cNvPr>
          <p:cNvSpPr/>
          <p:nvPr/>
        </p:nvSpPr>
        <p:spPr>
          <a:xfrm>
            <a:off x="5725970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8AC37409-C1FF-4D1D-AC58-BF100563A580}"/>
              </a:ext>
            </a:extLst>
          </p:cNvPr>
          <p:cNvSpPr/>
          <p:nvPr/>
        </p:nvSpPr>
        <p:spPr>
          <a:xfrm>
            <a:off x="5898690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48595B35-45C3-4F25-9ACA-1295866031F6}"/>
              </a:ext>
            </a:extLst>
          </p:cNvPr>
          <p:cNvSpPr/>
          <p:nvPr/>
        </p:nvSpPr>
        <p:spPr>
          <a:xfrm>
            <a:off x="6164922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884AB82-FD28-47D9-B119-A1F041605267}"/>
              </a:ext>
            </a:extLst>
          </p:cNvPr>
          <p:cNvSpPr/>
          <p:nvPr/>
        </p:nvSpPr>
        <p:spPr>
          <a:xfrm>
            <a:off x="6337642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2D8DECD8-7AF5-4BF0-8D05-01FF1C2EBDA8}"/>
              </a:ext>
            </a:extLst>
          </p:cNvPr>
          <p:cNvSpPr/>
          <p:nvPr/>
        </p:nvSpPr>
        <p:spPr>
          <a:xfrm>
            <a:off x="6573394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BC565096-6553-45E1-BED5-E4B38EDF8B9D}"/>
              </a:ext>
            </a:extLst>
          </p:cNvPr>
          <p:cNvSpPr/>
          <p:nvPr/>
        </p:nvSpPr>
        <p:spPr>
          <a:xfrm>
            <a:off x="6746114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E023BF19-2E11-4EDF-BE99-E407C969AE4D}"/>
              </a:ext>
            </a:extLst>
          </p:cNvPr>
          <p:cNvSpPr/>
          <p:nvPr/>
        </p:nvSpPr>
        <p:spPr>
          <a:xfrm>
            <a:off x="7002186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E0928D0D-9D65-41EC-84C2-C1CEFAC92414}"/>
              </a:ext>
            </a:extLst>
          </p:cNvPr>
          <p:cNvSpPr/>
          <p:nvPr/>
        </p:nvSpPr>
        <p:spPr>
          <a:xfrm>
            <a:off x="7174906" y="516895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F0D5997-1D4E-4813-9AB4-DFC82054941F}"/>
              </a:ext>
            </a:extLst>
          </p:cNvPr>
          <p:cNvSpPr/>
          <p:nvPr/>
        </p:nvSpPr>
        <p:spPr>
          <a:xfrm>
            <a:off x="5723698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2373ECB1-10D5-4455-AC8F-7EEEB40C918C}"/>
              </a:ext>
            </a:extLst>
          </p:cNvPr>
          <p:cNvSpPr/>
          <p:nvPr/>
        </p:nvSpPr>
        <p:spPr>
          <a:xfrm>
            <a:off x="5896418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80C302C-9D25-4192-B212-673750247A53}"/>
              </a:ext>
            </a:extLst>
          </p:cNvPr>
          <p:cNvSpPr/>
          <p:nvPr/>
        </p:nvSpPr>
        <p:spPr>
          <a:xfrm>
            <a:off x="6162650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E324868E-B560-4809-A224-F2D72617467F}"/>
              </a:ext>
            </a:extLst>
          </p:cNvPr>
          <p:cNvSpPr/>
          <p:nvPr/>
        </p:nvSpPr>
        <p:spPr>
          <a:xfrm>
            <a:off x="6335370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2B50AA48-EEB5-4069-AF1B-531CDB0F9C93}"/>
              </a:ext>
            </a:extLst>
          </p:cNvPr>
          <p:cNvSpPr/>
          <p:nvPr/>
        </p:nvSpPr>
        <p:spPr>
          <a:xfrm>
            <a:off x="6571122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7316A8ED-A6EC-444F-A63D-1653406CD1D1}"/>
              </a:ext>
            </a:extLst>
          </p:cNvPr>
          <p:cNvSpPr/>
          <p:nvPr/>
        </p:nvSpPr>
        <p:spPr>
          <a:xfrm>
            <a:off x="6743842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8E2D0583-B000-4E94-A2A6-AD7CC4DCE0A3}"/>
              </a:ext>
            </a:extLst>
          </p:cNvPr>
          <p:cNvSpPr/>
          <p:nvPr/>
        </p:nvSpPr>
        <p:spPr>
          <a:xfrm>
            <a:off x="6999914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88C11ADA-B75E-4259-9345-E5E8C64469EA}"/>
              </a:ext>
            </a:extLst>
          </p:cNvPr>
          <p:cNvSpPr/>
          <p:nvPr/>
        </p:nvSpPr>
        <p:spPr>
          <a:xfrm>
            <a:off x="7172634" y="539249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/>
              <p:nvPr/>
            </p:nvSpPr>
            <p:spPr>
              <a:xfrm>
                <a:off x="5734149" y="3523316"/>
                <a:ext cx="3031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3523316"/>
                <a:ext cx="303160" cy="276999"/>
              </a:xfrm>
              <a:prstGeom prst="rect">
                <a:avLst/>
              </a:prstGeom>
              <a:blipFill>
                <a:blip r:embed="rId14"/>
                <a:stretch>
                  <a:fillRect l="-18367" r="-816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/>
              <p:nvPr/>
            </p:nvSpPr>
            <p:spPr>
              <a:xfrm>
                <a:off x="6172582" y="3533476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3533476"/>
                <a:ext cx="308481" cy="276999"/>
              </a:xfrm>
              <a:prstGeom prst="rect">
                <a:avLst/>
              </a:prstGeom>
              <a:blipFill>
                <a:blip r:embed="rId15"/>
                <a:stretch>
                  <a:fillRect l="-18000" r="-800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/>
              <p:nvPr/>
            </p:nvSpPr>
            <p:spPr>
              <a:xfrm>
                <a:off x="6608249" y="3533575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3533575"/>
                <a:ext cx="308481" cy="276999"/>
              </a:xfrm>
              <a:prstGeom prst="rect">
                <a:avLst/>
              </a:prstGeom>
              <a:blipFill>
                <a:blip r:embed="rId16"/>
                <a:stretch>
                  <a:fillRect l="-15686" r="-784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/>
              <p:nvPr/>
            </p:nvSpPr>
            <p:spPr>
              <a:xfrm>
                <a:off x="7046682" y="3543735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3543735"/>
                <a:ext cx="308481" cy="276999"/>
              </a:xfrm>
              <a:prstGeom prst="rect">
                <a:avLst/>
              </a:prstGeom>
              <a:blipFill>
                <a:blip r:embed="rId17"/>
                <a:stretch>
                  <a:fillRect l="-17647" r="-588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TextBox 326">
            <a:extLst>
              <a:ext uri="{FF2B5EF4-FFF2-40B4-BE49-F238E27FC236}">
                <a16:creationId xmlns:a16="http://schemas.microsoft.com/office/drawing/2014/main" id="{183BE85D-4FC4-4F58-B5D6-A310D410D405}"/>
              </a:ext>
            </a:extLst>
          </p:cNvPr>
          <p:cNvSpPr txBox="1"/>
          <p:nvPr/>
        </p:nvSpPr>
        <p:spPr>
          <a:xfrm>
            <a:off x="5629316" y="376459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D6914A2A-C844-4316-843A-170325ABA0A4}"/>
              </a:ext>
            </a:extLst>
          </p:cNvPr>
          <p:cNvSpPr txBox="1"/>
          <p:nvPr/>
        </p:nvSpPr>
        <p:spPr>
          <a:xfrm>
            <a:off x="6086516" y="376459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6B2C00C3-C1F0-4027-AE44-D7FD61EFB3A5}"/>
              </a:ext>
            </a:extLst>
          </p:cNvPr>
          <p:cNvSpPr txBox="1"/>
          <p:nvPr/>
        </p:nvSpPr>
        <p:spPr>
          <a:xfrm>
            <a:off x="6504968" y="376322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D434656-0D82-4F81-8B95-9EDAEF10CD11}"/>
              </a:ext>
            </a:extLst>
          </p:cNvPr>
          <p:cNvSpPr txBox="1"/>
          <p:nvPr/>
        </p:nvSpPr>
        <p:spPr>
          <a:xfrm>
            <a:off x="6924008" y="3751264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/>
              <p:nvPr/>
            </p:nvSpPr>
            <p:spPr>
              <a:xfrm>
                <a:off x="5734149" y="5568149"/>
                <a:ext cx="273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5568149"/>
                <a:ext cx="273344" cy="276999"/>
              </a:xfrm>
              <a:prstGeom prst="rect">
                <a:avLst/>
              </a:prstGeom>
              <a:blipFill>
                <a:blip r:embed="rId18"/>
                <a:stretch>
                  <a:fillRect l="-20455" r="-9091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/>
              <p:nvPr/>
            </p:nvSpPr>
            <p:spPr>
              <a:xfrm>
                <a:off x="6172582" y="5578309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5578309"/>
                <a:ext cx="278666" cy="276999"/>
              </a:xfrm>
              <a:prstGeom prst="rect">
                <a:avLst/>
              </a:prstGeom>
              <a:blipFill>
                <a:blip r:embed="rId19"/>
                <a:stretch>
                  <a:fillRect l="-20000" r="-8889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/>
              <p:nvPr/>
            </p:nvSpPr>
            <p:spPr>
              <a:xfrm>
                <a:off x="6608249" y="5578408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5578408"/>
                <a:ext cx="278666" cy="276999"/>
              </a:xfrm>
              <a:prstGeom prst="rect">
                <a:avLst/>
              </a:prstGeom>
              <a:blipFill>
                <a:blip r:embed="rId20"/>
                <a:stretch>
                  <a:fillRect l="-17391" r="-869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/>
              <p:nvPr/>
            </p:nvSpPr>
            <p:spPr>
              <a:xfrm>
                <a:off x="7046682" y="5588568"/>
                <a:ext cx="2687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5588568"/>
                <a:ext cx="268792" cy="276999"/>
              </a:xfrm>
              <a:prstGeom prst="rect">
                <a:avLst/>
              </a:prstGeom>
              <a:blipFill>
                <a:blip r:embed="rId21"/>
                <a:stretch>
                  <a:fillRect l="-20455" r="-68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extBox 334">
            <a:extLst>
              <a:ext uri="{FF2B5EF4-FFF2-40B4-BE49-F238E27FC236}">
                <a16:creationId xmlns:a16="http://schemas.microsoft.com/office/drawing/2014/main" id="{DFD9EC2E-88FA-426F-9895-2C444F931283}"/>
              </a:ext>
            </a:extLst>
          </p:cNvPr>
          <p:cNvSpPr txBox="1"/>
          <p:nvPr/>
        </p:nvSpPr>
        <p:spPr>
          <a:xfrm>
            <a:off x="5629316" y="580942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1EB0C3F3-796E-4827-8C29-D3FF82CD9B37}"/>
              </a:ext>
            </a:extLst>
          </p:cNvPr>
          <p:cNvSpPr txBox="1"/>
          <p:nvPr/>
        </p:nvSpPr>
        <p:spPr>
          <a:xfrm>
            <a:off x="6086516" y="580942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F90BAF39-B3C5-4550-812B-FB5BF789AA17}"/>
              </a:ext>
            </a:extLst>
          </p:cNvPr>
          <p:cNvSpPr txBox="1"/>
          <p:nvPr/>
        </p:nvSpPr>
        <p:spPr>
          <a:xfrm>
            <a:off x="6504968" y="580806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8E1E440-CD8A-4B29-9A7B-25D3FF107102}"/>
              </a:ext>
            </a:extLst>
          </p:cNvPr>
          <p:cNvSpPr txBox="1"/>
          <p:nvPr/>
        </p:nvSpPr>
        <p:spPr>
          <a:xfrm>
            <a:off x="6924008" y="579609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0C85D762-D31F-4908-9207-B3B5F8A0C1F7}"/>
                  </a:ext>
                </a:extLst>
              </p:cNvPr>
              <p:cNvSpPr txBox="1"/>
              <p:nvPr/>
            </p:nvSpPr>
            <p:spPr>
              <a:xfrm>
                <a:off x="8015685" y="1893268"/>
                <a:ext cx="356047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We need only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 of dimension (8,2) as compared to (8,8)</a:t>
                </a:r>
              </a:p>
            </p:txBody>
          </p:sp>
        </mc:Choice>
        <mc:Fallback xmlns="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0C85D762-D31F-4908-9207-B3B5F8A0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685" y="1893268"/>
                <a:ext cx="3560475" cy="1015663"/>
              </a:xfrm>
              <a:prstGeom prst="rect">
                <a:avLst/>
              </a:prstGeom>
              <a:blipFill>
                <a:blip r:embed="rId22"/>
                <a:stretch>
                  <a:fillRect l="-1884" t="-3012" r="-3082" b="-10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5BEE16E-E675-4C64-9040-30B43727DFFA}"/>
                  </a:ext>
                </a:extLst>
              </p:cNvPr>
              <p:cNvSpPr txBox="1"/>
              <p:nvPr/>
            </p:nvSpPr>
            <p:spPr>
              <a:xfrm>
                <a:off x="8033619" y="2976451"/>
                <a:ext cx="356047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We need only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 of dimension (8,2) as compared to (8,8)</a:t>
                </a:r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5BEE16E-E675-4C64-9040-30B43727D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619" y="2976451"/>
                <a:ext cx="3560475" cy="1015663"/>
              </a:xfrm>
              <a:prstGeom prst="rect">
                <a:avLst/>
              </a:prstGeom>
              <a:blipFill>
                <a:blip r:embed="rId23"/>
                <a:stretch>
                  <a:fillRect l="-1884" t="-2395" r="-3082" b="-101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47F4FA2-93F0-44FD-94A7-E5E87AF49856}"/>
                  </a:ext>
                </a:extLst>
              </p:cNvPr>
              <p:cNvSpPr txBox="1"/>
              <p:nvPr/>
            </p:nvSpPr>
            <p:spPr>
              <a:xfrm>
                <a:off x="7731877" y="5458820"/>
                <a:ext cx="39975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000" b="0" dirty="0"/>
                  <a:t>KV cache size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∗2∗2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47F4FA2-93F0-44FD-94A7-E5E87AF49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877" y="5458820"/>
                <a:ext cx="3997505" cy="307777"/>
              </a:xfrm>
              <a:prstGeom prst="rect">
                <a:avLst/>
              </a:prstGeom>
              <a:blipFill>
                <a:blip r:embed="rId24"/>
                <a:stretch>
                  <a:fillRect l="-3811" t="-23529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06EFCA9-7E19-42EE-8421-7E87D337E9FC}"/>
                  </a:ext>
                </a:extLst>
              </p:cNvPr>
              <p:cNvSpPr txBox="1"/>
              <p:nvPr/>
            </p:nvSpPr>
            <p:spPr>
              <a:xfrm>
                <a:off x="3384981" y="1698901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06EFCA9-7E19-42EE-8421-7E87D337E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981" y="1698901"/>
                <a:ext cx="287963" cy="276999"/>
              </a:xfrm>
              <a:prstGeom prst="rect">
                <a:avLst/>
              </a:prstGeom>
              <a:blipFill>
                <a:blip r:embed="rId25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9FF62BF-98CD-4504-8ABD-DB6C8A30AE69}"/>
                  </a:ext>
                </a:extLst>
              </p:cNvPr>
              <p:cNvSpPr txBox="1"/>
              <p:nvPr/>
            </p:nvSpPr>
            <p:spPr>
              <a:xfrm>
                <a:off x="3831621" y="1708874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9FF62BF-98CD-4504-8ABD-DB6C8A30A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621" y="1708874"/>
                <a:ext cx="293285" cy="276999"/>
              </a:xfrm>
              <a:prstGeom prst="rect">
                <a:avLst/>
              </a:prstGeom>
              <a:blipFill>
                <a:blip r:embed="rId26"/>
                <a:stretch>
                  <a:fillRect l="-18750" r="-625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9C80257-E0ED-458E-B93E-671FC862F137}"/>
                  </a:ext>
                </a:extLst>
              </p:cNvPr>
              <p:cNvSpPr txBox="1"/>
              <p:nvPr/>
            </p:nvSpPr>
            <p:spPr>
              <a:xfrm>
                <a:off x="4228440" y="1688554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9C80257-E0ED-458E-B93E-671FC862F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440" y="1688554"/>
                <a:ext cx="293285" cy="276999"/>
              </a:xfrm>
              <a:prstGeom prst="rect">
                <a:avLst/>
              </a:prstGeom>
              <a:blipFill>
                <a:blip r:embed="rId27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04C24AB-C541-4F61-A93E-D38A292EF794}"/>
                  </a:ext>
                </a:extLst>
              </p:cNvPr>
              <p:cNvSpPr txBox="1"/>
              <p:nvPr/>
            </p:nvSpPr>
            <p:spPr>
              <a:xfrm>
                <a:off x="4655875" y="1698313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04C24AB-C541-4F61-A93E-D38A292EF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75" y="1698313"/>
                <a:ext cx="293285" cy="276999"/>
              </a:xfrm>
              <a:prstGeom prst="rect">
                <a:avLst/>
              </a:prstGeom>
              <a:blipFill>
                <a:blip r:embed="rId28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2DEE74C5-78B7-4F24-AD95-B3D1D027944F}"/>
                  </a:ext>
                </a:extLst>
              </p:cNvPr>
              <p:cNvSpPr txBox="1"/>
              <p:nvPr/>
            </p:nvSpPr>
            <p:spPr>
              <a:xfrm>
                <a:off x="8134850" y="4299819"/>
                <a:ext cx="35604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Store only one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2DEE74C5-78B7-4F24-AD95-B3D1D0279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850" y="4299819"/>
                <a:ext cx="3560475" cy="400110"/>
              </a:xfrm>
              <a:prstGeom prst="rect">
                <a:avLst/>
              </a:prstGeom>
              <a:blipFill>
                <a:blip r:embed="rId29"/>
                <a:stretch>
                  <a:fillRect l="-1709" t="-6061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0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8" grpId="0"/>
      <p:bldP spid="229" grpId="0"/>
      <p:bldP spid="230" grpId="0"/>
      <p:bldP spid="232" grpId="0"/>
      <p:bldP spid="233" grpId="0"/>
      <p:bldP spid="234" grpId="0"/>
      <p:bldP spid="236" grpId="0"/>
      <p:bldP spid="237" grpId="0"/>
      <p:bldP spid="238" grpId="0"/>
      <p:bldP spid="240" grpId="0"/>
      <p:bldP spid="241" grpId="0"/>
      <p:bldP spid="242" grpId="0"/>
      <p:bldP spid="345" grpId="0"/>
      <p:bldP spid="347" grpId="0"/>
      <p:bldP spid="351" grpId="0"/>
      <p:bldP spid="352" grpId="0"/>
      <p:bldP spid="353" grpId="0"/>
      <p:bldP spid="34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0E1A-7AA2-4B1D-B735-35FFBE83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Query Attention (MQA)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FD6FD-02DF-4871-A9CC-9794EE0F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47F4563-61E8-4BEE-AA8D-F85C7491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9251"/>
              </p:ext>
            </p:extLst>
          </p:nvPr>
        </p:nvGraphicFramePr>
        <p:xfrm>
          <a:off x="1553895" y="1654386"/>
          <a:ext cx="943922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715">
                  <a:extLst>
                    <a:ext uri="{9D8B030D-6E8A-4147-A177-3AD203B41FA5}">
                      <a16:colId xmlns:a16="http://schemas.microsoft.com/office/drawing/2014/main" val="2362520183"/>
                    </a:ext>
                  </a:extLst>
                </a:gridCol>
                <a:gridCol w="1918646">
                  <a:extLst>
                    <a:ext uri="{9D8B030D-6E8A-4147-A177-3AD203B41FA5}">
                      <a16:colId xmlns:a16="http://schemas.microsoft.com/office/drawing/2014/main" val="368951669"/>
                    </a:ext>
                  </a:extLst>
                </a:gridCol>
                <a:gridCol w="1971068">
                  <a:extLst>
                    <a:ext uri="{9D8B030D-6E8A-4147-A177-3AD203B41FA5}">
                      <a16:colId xmlns:a16="http://schemas.microsoft.com/office/drawing/2014/main" val="487615354"/>
                    </a:ext>
                  </a:extLst>
                </a:gridCol>
                <a:gridCol w="1659796">
                  <a:extLst>
                    <a:ext uri="{9D8B030D-6E8A-4147-A177-3AD203B41FA5}">
                      <a16:colId xmlns:a16="http://schemas.microsoft.com/office/drawing/2014/main" val="719228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Attention Mechanism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Size of 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GTP-3 (175B, l=96, n=96)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DeepSeek</a:t>
                      </a:r>
                      <a:r>
                        <a:rPr lang="en-IN" dirty="0"/>
                        <a:t> (n=128)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 Head Attention (MHA)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l*b*n*h*s*2*2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4.5 GB (96x)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400GB (128x)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55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Multi Query Attention (MQA)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l*b*h*s*2*2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 MB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397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CD786F-4D0F-43EB-9E0A-41E7BE373BD1}"/>
              </a:ext>
            </a:extLst>
          </p:cNvPr>
          <p:cNvSpPr txBox="1"/>
          <p:nvPr/>
        </p:nvSpPr>
        <p:spPr>
          <a:xfrm>
            <a:off x="1506992" y="3591022"/>
            <a:ext cx="3168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What is the trade off?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AABD7-D8C3-4612-A82F-6C34301BB3FE}"/>
              </a:ext>
            </a:extLst>
          </p:cNvPr>
          <p:cNvSpPr txBox="1"/>
          <p:nvPr/>
        </p:nvSpPr>
        <p:spPr>
          <a:xfrm>
            <a:off x="1760992" y="4052687"/>
            <a:ext cx="89027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Similar to performing a single head attention (self-attention)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Multi-Head Attention aims to capture different perspectives </a:t>
            </a:r>
          </a:p>
          <a:p>
            <a:r>
              <a:rPr lang="en-IN" sz="2400" dirty="0"/>
              <a:t>    of the same input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</a:rPr>
              <a:t>Degradation in performance</a:t>
            </a:r>
          </a:p>
        </p:txBody>
      </p:sp>
    </p:spTree>
    <p:extLst>
      <p:ext uri="{BB962C8B-B14F-4D97-AF65-F5344CB8AC3E}">
        <p14:creationId xmlns:p14="http://schemas.microsoft.com/office/powerpoint/2010/main" val="2446291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E493-807D-4410-BFA4-FABDB73F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Query Attention (GQA)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FC3B69-B12E-47ED-A39C-9AEFF18B0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MHA requires large cache size while showing better performance</a:t>
            </a:r>
          </a:p>
          <a:p>
            <a:r>
              <a:rPr lang="en-IN" sz="2800" dirty="0"/>
              <a:t>MQA requires small cache size while showing degraded performance</a:t>
            </a:r>
          </a:p>
          <a:p>
            <a:r>
              <a:rPr lang="en-IN" sz="2800" dirty="0"/>
              <a:t>GQA adopts a middle ground by reducing the cache size while holding the performance level</a:t>
            </a:r>
          </a:p>
          <a:p>
            <a:endParaRPr lang="en-IN" sz="28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32DD-F4F9-4354-851E-8A5EACD9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59D3-2FD1-402F-914F-133A8BE4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Query Attention (GQA)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8BAB6-0D48-4E6D-BBE9-2C657F8D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44</a:t>
            </a:fld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9AD835-B16B-48ED-8E06-E2F1B434F018}"/>
              </a:ext>
            </a:extLst>
          </p:cNvPr>
          <p:cNvSpPr/>
          <p:nvPr/>
        </p:nvSpPr>
        <p:spPr>
          <a:xfrm>
            <a:off x="697336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E492B2-4D59-4CAF-B5D1-982FF4E75D52}"/>
              </a:ext>
            </a:extLst>
          </p:cNvPr>
          <p:cNvSpPr/>
          <p:nvPr/>
        </p:nvSpPr>
        <p:spPr>
          <a:xfrm>
            <a:off x="870056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1F2503-5EDF-44CF-B2BD-37A356277AB6}"/>
              </a:ext>
            </a:extLst>
          </p:cNvPr>
          <p:cNvSpPr/>
          <p:nvPr/>
        </p:nvSpPr>
        <p:spPr>
          <a:xfrm>
            <a:off x="1055008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B25586-F47A-49C2-B8E2-84A295C75764}"/>
              </a:ext>
            </a:extLst>
          </p:cNvPr>
          <p:cNvSpPr/>
          <p:nvPr/>
        </p:nvSpPr>
        <p:spPr>
          <a:xfrm>
            <a:off x="1227728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740243-440D-4AD8-9447-F34A7C897AA4}"/>
              </a:ext>
            </a:extLst>
          </p:cNvPr>
          <p:cNvSpPr/>
          <p:nvPr/>
        </p:nvSpPr>
        <p:spPr>
          <a:xfrm>
            <a:off x="1402520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4C71103-EF57-4CB8-B768-5CF9E4394509}"/>
              </a:ext>
            </a:extLst>
          </p:cNvPr>
          <p:cNvSpPr/>
          <p:nvPr/>
        </p:nvSpPr>
        <p:spPr>
          <a:xfrm>
            <a:off x="1575240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FE1BA7-5076-4542-B7ED-F49613831DF7}"/>
              </a:ext>
            </a:extLst>
          </p:cNvPr>
          <p:cNvSpPr/>
          <p:nvPr/>
        </p:nvSpPr>
        <p:spPr>
          <a:xfrm>
            <a:off x="1760192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FF825E-1000-4757-856B-79CF85C19F36}"/>
              </a:ext>
            </a:extLst>
          </p:cNvPr>
          <p:cNvSpPr/>
          <p:nvPr/>
        </p:nvSpPr>
        <p:spPr>
          <a:xfrm>
            <a:off x="1932912" y="245872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A28FB9-A2FF-4685-94E3-E4E800EF5CFE}"/>
              </a:ext>
            </a:extLst>
          </p:cNvPr>
          <p:cNvSpPr/>
          <p:nvPr/>
        </p:nvSpPr>
        <p:spPr>
          <a:xfrm>
            <a:off x="693392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E34364-6DA1-4EE2-B25A-2292C0054DCC}"/>
              </a:ext>
            </a:extLst>
          </p:cNvPr>
          <p:cNvSpPr/>
          <p:nvPr/>
        </p:nvSpPr>
        <p:spPr>
          <a:xfrm>
            <a:off x="866112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716522-4428-4EBF-B840-38338E96129C}"/>
              </a:ext>
            </a:extLst>
          </p:cNvPr>
          <p:cNvSpPr/>
          <p:nvPr/>
        </p:nvSpPr>
        <p:spPr>
          <a:xfrm>
            <a:off x="1051064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AB1559-E461-49D7-A663-14FDF3618B30}"/>
              </a:ext>
            </a:extLst>
          </p:cNvPr>
          <p:cNvSpPr/>
          <p:nvPr/>
        </p:nvSpPr>
        <p:spPr>
          <a:xfrm>
            <a:off x="1223784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6000D8C-1CE8-410E-914F-ED26AA2BB57C}"/>
              </a:ext>
            </a:extLst>
          </p:cNvPr>
          <p:cNvSpPr/>
          <p:nvPr/>
        </p:nvSpPr>
        <p:spPr>
          <a:xfrm>
            <a:off x="1398576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D5788C-6789-454F-8F3C-7DB6B55A9E81}"/>
              </a:ext>
            </a:extLst>
          </p:cNvPr>
          <p:cNvSpPr/>
          <p:nvPr/>
        </p:nvSpPr>
        <p:spPr>
          <a:xfrm>
            <a:off x="1571296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5E4194-3A4C-43AF-9B37-3834E5CDF638}"/>
              </a:ext>
            </a:extLst>
          </p:cNvPr>
          <p:cNvSpPr/>
          <p:nvPr/>
        </p:nvSpPr>
        <p:spPr>
          <a:xfrm>
            <a:off x="1756248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A2DEFB-6395-46B4-8A9C-47ACEAABB8BD}"/>
              </a:ext>
            </a:extLst>
          </p:cNvPr>
          <p:cNvSpPr/>
          <p:nvPr/>
        </p:nvSpPr>
        <p:spPr>
          <a:xfrm>
            <a:off x="1928968" y="27025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D4D7DF-9C63-4AF7-BCA0-C68AB667EFA3}"/>
              </a:ext>
            </a:extLst>
          </p:cNvPr>
          <p:cNvSpPr/>
          <p:nvPr/>
        </p:nvSpPr>
        <p:spPr>
          <a:xfrm>
            <a:off x="699608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0258B1-35E3-4DCA-AC77-46A8E68CCC71}"/>
              </a:ext>
            </a:extLst>
          </p:cNvPr>
          <p:cNvSpPr/>
          <p:nvPr/>
        </p:nvSpPr>
        <p:spPr>
          <a:xfrm>
            <a:off x="872328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B99B06F-C0AB-43D9-8FFB-96CCE021DFEB}"/>
              </a:ext>
            </a:extLst>
          </p:cNvPr>
          <p:cNvSpPr/>
          <p:nvPr/>
        </p:nvSpPr>
        <p:spPr>
          <a:xfrm>
            <a:off x="1057280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B41AEB-440D-428E-89EF-996D02CE4996}"/>
              </a:ext>
            </a:extLst>
          </p:cNvPr>
          <p:cNvSpPr/>
          <p:nvPr/>
        </p:nvSpPr>
        <p:spPr>
          <a:xfrm>
            <a:off x="1230000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3BE8A7-3945-4A41-8971-727082FB09CD}"/>
              </a:ext>
            </a:extLst>
          </p:cNvPr>
          <p:cNvSpPr/>
          <p:nvPr/>
        </p:nvSpPr>
        <p:spPr>
          <a:xfrm>
            <a:off x="1404792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CF3896-6C58-4B95-BEC9-F4B814E3F384}"/>
              </a:ext>
            </a:extLst>
          </p:cNvPr>
          <p:cNvSpPr/>
          <p:nvPr/>
        </p:nvSpPr>
        <p:spPr>
          <a:xfrm>
            <a:off x="1577512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991FB5-59F2-4781-BFDC-EDD9EE7936D2}"/>
              </a:ext>
            </a:extLst>
          </p:cNvPr>
          <p:cNvSpPr/>
          <p:nvPr/>
        </p:nvSpPr>
        <p:spPr>
          <a:xfrm>
            <a:off x="1762464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2FECE5-303E-464D-AB94-7BCDF7E1FB74}"/>
              </a:ext>
            </a:extLst>
          </p:cNvPr>
          <p:cNvSpPr/>
          <p:nvPr/>
        </p:nvSpPr>
        <p:spPr>
          <a:xfrm>
            <a:off x="1935184" y="293626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B300D6-E5CA-46AD-8EEF-897F674AFC9A}"/>
              </a:ext>
            </a:extLst>
          </p:cNvPr>
          <p:cNvSpPr/>
          <p:nvPr/>
        </p:nvSpPr>
        <p:spPr>
          <a:xfrm>
            <a:off x="695664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644689-4B0C-4930-B407-FEB2B9879496}"/>
              </a:ext>
            </a:extLst>
          </p:cNvPr>
          <p:cNvSpPr/>
          <p:nvPr/>
        </p:nvSpPr>
        <p:spPr>
          <a:xfrm>
            <a:off x="868384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980BFC-9912-44BD-AE20-F8BF4826B9FF}"/>
              </a:ext>
            </a:extLst>
          </p:cNvPr>
          <p:cNvSpPr/>
          <p:nvPr/>
        </p:nvSpPr>
        <p:spPr>
          <a:xfrm>
            <a:off x="1053336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36D37D-DBBA-4249-A4ED-FE30E7C65D76}"/>
              </a:ext>
            </a:extLst>
          </p:cNvPr>
          <p:cNvSpPr/>
          <p:nvPr/>
        </p:nvSpPr>
        <p:spPr>
          <a:xfrm>
            <a:off x="1226056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7F2E1C-D762-4024-824A-F8E113758B6D}"/>
              </a:ext>
            </a:extLst>
          </p:cNvPr>
          <p:cNvSpPr/>
          <p:nvPr/>
        </p:nvSpPr>
        <p:spPr>
          <a:xfrm>
            <a:off x="1400848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A38AF54-D890-423C-9BFC-B6D01758C009}"/>
              </a:ext>
            </a:extLst>
          </p:cNvPr>
          <p:cNvSpPr/>
          <p:nvPr/>
        </p:nvSpPr>
        <p:spPr>
          <a:xfrm>
            <a:off x="1573568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FEBED8-7841-4F9B-A960-4D2E51EA9550}"/>
              </a:ext>
            </a:extLst>
          </p:cNvPr>
          <p:cNvSpPr/>
          <p:nvPr/>
        </p:nvSpPr>
        <p:spPr>
          <a:xfrm>
            <a:off x="1758520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97B6B00-5477-43B1-9014-A8DFF38B9127}"/>
              </a:ext>
            </a:extLst>
          </p:cNvPr>
          <p:cNvSpPr/>
          <p:nvPr/>
        </p:nvSpPr>
        <p:spPr>
          <a:xfrm>
            <a:off x="1931240" y="318010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63A924-B164-41CA-965B-0F2EE2C56D70}"/>
              </a:ext>
            </a:extLst>
          </p:cNvPr>
          <p:cNvSpPr/>
          <p:nvPr/>
        </p:nvSpPr>
        <p:spPr>
          <a:xfrm>
            <a:off x="693392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F3FD-0FE3-42B3-A025-4809085EC9D8}"/>
              </a:ext>
            </a:extLst>
          </p:cNvPr>
          <p:cNvSpPr/>
          <p:nvPr/>
        </p:nvSpPr>
        <p:spPr>
          <a:xfrm>
            <a:off x="866112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1C701E-A76D-40B5-99C5-A959A160F00A}"/>
              </a:ext>
            </a:extLst>
          </p:cNvPr>
          <p:cNvSpPr/>
          <p:nvPr/>
        </p:nvSpPr>
        <p:spPr>
          <a:xfrm>
            <a:off x="1051064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5548881-C340-4C12-AE17-5576FA5B2BE9}"/>
              </a:ext>
            </a:extLst>
          </p:cNvPr>
          <p:cNvSpPr/>
          <p:nvPr/>
        </p:nvSpPr>
        <p:spPr>
          <a:xfrm>
            <a:off x="1223784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255D6B-D645-4314-A4D2-13FDD676AE8E}"/>
              </a:ext>
            </a:extLst>
          </p:cNvPr>
          <p:cNvSpPr/>
          <p:nvPr/>
        </p:nvSpPr>
        <p:spPr>
          <a:xfrm>
            <a:off x="1398576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4B01E6-5799-4EBF-AA24-1CF91367FFB7}"/>
              </a:ext>
            </a:extLst>
          </p:cNvPr>
          <p:cNvSpPr/>
          <p:nvPr/>
        </p:nvSpPr>
        <p:spPr>
          <a:xfrm>
            <a:off x="1571296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AD0180B-F57E-46F8-92A8-5259DE1623E0}"/>
              </a:ext>
            </a:extLst>
          </p:cNvPr>
          <p:cNvSpPr/>
          <p:nvPr/>
        </p:nvSpPr>
        <p:spPr>
          <a:xfrm>
            <a:off x="1756248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1E9D478-4FF0-4E6A-A818-2FFBC6A49D39}"/>
              </a:ext>
            </a:extLst>
          </p:cNvPr>
          <p:cNvSpPr/>
          <p:nvPr/>
        </p:nvSpPr>
        <p:spPr>
          <a:xfrm>
            <a:off x="1928968" y="3403640"/>
            <a:ext cx="142240" cy="142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FC75B0-AA58-41F7-85EC-0EE36F1AB739}"/>
              </a:ext>
            </a:extLst>
          </p:cNvPr>
          <p:cNvSpPr/>
          <p:nvPr/>
        </p:nvSpPr>
        <p:spPr>
          <a:xfrm>
            <a:off x="555096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2FAF009-320A-432A-8B80-60DAB237D3FA}"/>
              </a:ext>
            </a:extLst>
          </p:cNvPr>
          <p:cNvSpPr/>
          <p:nvPr/>
        </p:nvSpPr>
        <p:spPr>
          <a:xfrm>
            <a:off x="727816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39032BD-4FFD-42C5-A8EC-E9B4C591160D}"/>
              </a:ext>
            </a:extLst>
          </p:cNvPr>
          <p:cNvSpPr/>
          <p:nvPr/>
        </p:nvSpPr>
        <p:spPr>
          <a:xfrm>
            <a:off x="994048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FEE326D-6CA2-4281-9D08-997A0B2AB8F7}"/>
              </a:ext>
            </a:extLst>
          </p:cNvPr>
          <p:cNvSpPr/>
          <p:nvPr/>
        </p:nvSpPr>
        <p:spPr>
          <a:xfrm>
            <a:off x="1166768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82F804D-F130-47EB-8329-1A8293809143}"/>
              </a:ext>
            </a:extLst>
          </p:cNvPr>
          <p:cNvSpPr/>
          <p:nvPr/>
        </p:nvSpPr>
        <p:spPr>
          <a:xfrm>
            <a:off x="1402520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BA8EA2D-C7BF-4457-AC2C-4C169FBC3619}"/>
              </a:ext>
            </a:extLst>
          </p:cNvPr>
          <p:cNvSpPr/>
          <p:nvPr/>
        </p:nvSpPr>
        <p:spPr>
          <a:xfrm>
            <a:off x="1575240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A563D2-9022-491D-ABB9-679FB0341670}"/>
              </a:ext>
            </a:extLst>
          </p:cNvPr>
          <p:cNvSpPr/>
          <p:nvPr/>
        </p:nvSpPr>
        <p:spPr>
          <a:xfrm>
            <a:off x="1831312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4D91A4D-EA4D-4BD6-8616-14D7BF0481E0}"/>
              </a:ext>
            </a:extLst>
          </p:cNvPr>
          <p:cNvSpPr/>
          <p:nvPr/>
        </p:nvSpPr>
        <p:spPr>
          <a:xfrm>
            <a:off x="2004032" y="423672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53DE40A-83A1-4A6A-9FB1-9AE4C46E551A}"/>
              </a:ext>
            </a:extLst>
          </p:cNvPr>
          <p:cNvSpPr/>
          <p:nvPr/>
        </p:nvSpPr>
        <p:spPr>
          <a:xfrm>
            <a:off x="551152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01CEFB0-22FD-4FB7-94E4-0CD77681C01A}"/>
              </a:ext>
            </a:extLst>
          </p:cNvPr>
          <p:cNvSpPr/>
          <p:nvPr/>
        </p:nvSpPr>
        <p:spPr>
          <a:xfrm>
            <a:off x="723872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9AFF6D-F99B-4697-835C-FF27AE6B6939}"/>
              </a:ext>
            </a:extLst>
          </p:cNvPr>
          <p:cNvSpPr/>
          <p:nvPr/>
        </p:nvSpPr>
        <p:spPr>
          <a:xfrm>
            <a:off x="990104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CEF821A-6A52-4990-B74C-F49FDCC38645}"/>
              </a:ext>
            </a:extLst>
          </p:cNvPr>
          <p:cNvSpPr/>
          <p:nvPr/>
        </p:nvSpPr>
        <p:spPr>
          <a:xfrm>
            <a:off x="1162824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FC007E-E1C1-45B4-8FEB-B13908AB8841}"/>
              </a:ext>
            </a:extLst>
          </p:cNvPr>
          <p:cNvSpPr/>
          <p:nvPr/>
        </p:nvSpPr>
        <p:spPr>
          <a:xfrm>
            <a:off x="1398576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CC745EA-6123-4092-BD6E-A2E17D8FF4B0}"/>
              </a:ext>
            </a:extLst>
          </p:cNvPr>
          <p:cNvSpPr/>
          <p:nvPr/>
        </p:nvSpPr>
        <p:spPr>
          <a:xfrm>
            <a:off x="1571296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8EF0DB1-B219-476F-A365-38471F94C709}"/>
              </a:ext>
            </a:extLst>
          </p:cNvPr>
          <p:cNvSpPr/>
          <p:nvPr/>
        </p:nvSpPr>
        <p:spPr>
          <a:xfrm>
            <a:off x="1827368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5F5EBDC-12C0-4836-BC4C-90A967444AF9}"/>
              </a:ext>
            </a:extLst>
          </p:cNvPr>
          <p:cNvSpPr/>
          <p:nvPr/>
        </p:nvSpPr>
        <p:spPr>
          <a:xfrm>
            <a:off x="2000088" y="44805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34C8D3D-56AC-4A66-BDB1-EDB3D804C0EF}"/>
              </a:ext>
            </a:extLst>
          </p:cNvPr>
          <p:cNvSpPr/>
          <p:nvPr/>
        </p:nvSpPr>
        <p:spPr>
          <a:xfrm>
            <a:off x="557368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9E860BA-DCB3-44DC-9570-273081CE5595}"/>
              </a:ext>
            </a:extLst>
          </p:cNvPr>
          <p:cNvSpPr/>
          <p:nvPr/>
        </p:nvSpPr>
        <p:spPr>
          <a:xfrm>
            <a:off x="730088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3F92248-6F86-418C-B30E-836D0994F1CA}"/>
              </a:ext>
            </a:extLst>
          </p:cNvPr>
          <p:cNvSpPr/>
          <p:nvPr/>
        </p:nvSpPr>
        <p:spPr>
          <a:xfrm>
            <a:off x="996320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9A7DD46-B88F-4DA1-9430-7722966645F7}"/>
              </a:ext>
            </a:extLst>
          </p:cNvPr>
          <p:cNvSpPr/>
          <p:nvPr/>
        </p:nvSpPr>
        <p:spPr>
          <a:xfrm>
            <a:off x="1169040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C45AB4F-0072-4D93-B41D-1D086983506F}"/>
              </a:ext>
            </a:extLst>
          </p:cNvPr>
          <p:cNvSpPr/>
          <p:nvPr/>
        </p:nvSpPr>
        <p:spPr>
          <a:xfrm>
            <a:off x="1404792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C1B0F6D-4F09-43B3-B6BB-73C2FCF9D334}"/>
              </a:ext>
            </a:extLst>
          </p:cNvPr>
          <p:cNvSpPr/>
          <p:nvPr/>
        </p:nvSpPr>
        <p:spPr>
          <a:xfrm>
            <a:off x="1577512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BEFEAE3-5AC5-4BBB-8A45-0EAF3C582521}"/>
              </a:ext>
            </a:extLst>
          </p:cNvPr>
          <p:cNvSpPr/>
          <p:nvPr/>
        </p:nvSpPr>
        <p:spPr>
          <a:xfrm>
            <a:off x="1833584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3F552DF-BF0B-4E12-A4EA-B09216346934}"/>
              </a:ext>
            </a:extLst>
          </p:cNvPr>
          <p:cNvSpPr/>
          <p:nvPr/>
        </p:nvSpPr>
        <p:spPr>
          <a:xfrm>
            <a:off x="2006304" y="471426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68175FB-ACDD-4CCF-A612-E926BCBE82BB}"/>
              </a:ext>
            </a:extLst>
          </p:cNvPr>
          <p:cNvSpPr/>
          <p:nvPr/>
        </p:nvSpPr>
        <p:spPr>
          <a:xfrm>
            <a:off x="553424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69A001-C247-4311-B7B9-D9733E279240}"/>
              </a:ext>
            </a:extLst>
          </p:cNvPr>
          <p:cNvSpPr/>
          <p:nvPr/>
        </p:nvSpPr>
        <p:spPr>
          <a:xfrm>
            <a:off x="726144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93B1F72-988D-46B2-862B-EB25B3D7B4FF}"/>
              </a:ext>
            </a:extLst>
          </p:cNvPr>
          <p:cNvSpPr/>
          <p:nvPr/>
        </p:nvSpPr>
        <p:spPr>
          <a:xfrm>
            <a:off x="992376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D3D3F3-B08B-47A6-8C39-41BDFFB3FB61}"/>
              </a:ext>
            </a:extLst>
          </p:cNvPr>
          <p:cNvSpPr/>
          <p:nvPr/>
        </p:nvSpPr>
        <p:spPr>
          <a:xfrm>
            <a:off x="1165096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443C511-B60C-4174-8169-6DCEB5A0FB99}"/>
              </a:ext>
            </a:extLst>
          </p:cNvPr>
          <p:cNvSpPr/>
          <p:nvPr/>
        </p:nvSpPr>
        <p:spPr>
          <a:xfrm>
            <a:off x="1400848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2D7AC98-5FD1-4C44-B1F2-A49F3CD5E191}"/>
              </a:ext>
            </a:extLst>
          </p:cNvPr>
          <p:cNvSpPr/>
          <p:nvPr/>
        </p:nvSpPr>
        <p:spPr>
          <a:xfrm>
            <a:off x="1573568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542FBBB-EC09-4AC1-8237-062B53D133DE}"/>
              </a:ext>
            </a:extLst>
          </p:cNvPr>
          <p:cNvSpPr/>
          <p:nvPr/>
        </p:nvSpPr>
        <p:spPr>
          <a:xfrm>
            <a:off x="1829640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6069EE-6D35-492B-8141-EEFCFE8429E8}"/>
              </a:ext>
            </a:extLst>
          </p:cNvPr>
          <p:cNvSpPr/>
          <p:nvPr/>
        </p:nvSpPr>
        <p:spPr>
          <a:xfrm>
            <a:off x="2002360" y="495810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0ABB3A8-C9A4-4DB2-86E4-E2E2D555526D}"/>
              </a:ext>
            </a:extLst>
          </p:cNvPr>
          <p:cNvSpPr/>
          <p:nvPr/>
        </p:nvSpPr>
        <p:spPr>
          <a:xfrm>
            <a:off x="551152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D0E13B1-0A47-4B80-AC67-249D479A6534}"/>
              </a:ext>
            </a:extLst>
          </p:cNvPr>
          <p:cNvSpPr/>
          <p:nvPr/>
        </p:nvSpPr>
        <p:spPr>
          <a:xfrm>
            <a:off x="723872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E9F593C-627F-4D60-AF76-98215672A8F4}"/>
              </a:ext>
            </a:extLst>
          </p:cNvPr>
          <p:cNvSpPr/>
          <p:nvPr/>
        </p:nvSpPr>
        <p:spPr>
          <a:xfrm>
            <a:off x="990104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65C41CC-CD47-4E5B-87C4-C6F211E4CEF3}"/>
              </a:ext>
            </a:extLst>
          </p:cNvPr>
          <p:cNvSpPr/>
          <p:nvPr/>
        </p:nvSpPr>
        <p:spPr>
          <a:xfrm>
            <a:off x="1162824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25B3186-8C20-4DF4-96EF-EB6377D04B74}"/>
              </a:ext>
            </a:extLst>
          </p:cNvPr>
          <p:cNvSpPr/>
          <p:nvPr/>
        </p:nvSpPr>
        <p:spPr>
          <a:xfrm>
            <a:off x="1398576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B652715-CEF7-403B-9D2B-69AD1FAA6D5B}"/>
              </a:ext>
            </a:extLst>
          </p:cNvPr>
          <p:cNvSpPr/>
          <p:nvPr/>
        </p:nvSpPr>
        <p:spPr>
          <a:xfrm>
            <a:off x="1571296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B655695-006D-407C-9B3C-7BDFAAE1B0AD}"/>
              </a:ext>
            </a:extLst>
          </p:cNvPr>
          <p:cNvSpPr/>
          <p:nvPr/>
        </p:nvSpPr>
        <p:spPr>
          <a:xfrm>
            <a:off x="1827368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28EF4EC-389F-4FB4-944D-6D1E07522D70}"/>
              </a:ext>
            </a:extLst>
          </p:cNvPr>
          <p:cNvSpPr/>
          <p:nvPr/>
        </p:nvSpPr>
        <p:spPr>
          <a:xfrm>
            <a:off x="2000088" y="5181641"/>
            <a:ext cx="142240" cy="1422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/>
              <p:nvPr/>
            </p:nvSpPr>
            <p:spPr>
              <a:xfrm>
                <a:off x="549599" y="5333962"/>
                <a:ext cx="307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8DDB7E6-508A-486C-B962-D617960CA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99" y="5333962"/>
                <a:ext cx="307905" cy="276999"/>
              </a:xfrm>
              <a:prstGeom prst="rect">
                <a:avLst/>
              </a:prstGeom>
              <a:blipFill>
                <a:blip r:embed="rId2"/>
                <a:stretch>
                  <a:fillRect l="-23529" r="-784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/>
              <p:nvPr/>
            </p:nvSpPr>
            <p:spPr>
              <a:xfrm>
                <a:off x="988032" y="5344122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D3C5413-6699-4DE6-9B9A-0360BCA9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32" y="5344122"/>
                <a:ext cx="313227" cy="276999"/>
              </a:xfrm>
              <a:prstGeom prst="rect">
                <a:avLst/>
              </a:prstGeom>
              <a:blipFill>
                <a:blip r:embed="rId3"/>
                <a:stretch>
                  <a:fillRect l="-23529" r="-9804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/>
              <p:nvPr/>
            </p:nvSpPr>
            <p:spPr>
              <a:xfrm>
                <a:off x="1423699" y="5344221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45A6BD-42B0-4D44-BE8C-B6360DDB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699" y="5344221"/>
                <a:ext cx="313227" cy="276999"/>
              </a:xfrm>
              <a:prstGeom prst="rect">
                <a:avLst/>
              </a:prstGeom>
              <a:blipFill>
                <a:blip r:embed="rId4"/>
                <a:stretch>
                  <a:fillRect l="-23529" r="-784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/>
              <p:nvPr/>
            </p:nvSpPr>
            <p:spPr>
              <a:xfrm>
                <a:off x="1862132" y="5354381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AF441D1-4EDA-407B-9D61-C445B596E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32" y="5354381"/>
                <a:ext cx="313227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3D4AFDB2-F8D4-45E5-B76D-FA9E40D7DD27}"/>
              </a:ext>
            </a:extLst>
          </p:cNvPr>
          <p:cNvSpPr txBox="1"/>
          <p:nvPr/>
        </p:nvSpPr>
        <p:spPr>
          <a:xfrm>
            <a:off x="444766" y="5575242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9328664-ED0A-47B2-9B6E-2357892B5A34}"/>
              </a:ext>
            </a:extLst>
          </p:cNvPr>
          <p:cNvSpPr txBox="1"/>
          <p:nvPr/>
        </p:nvSpPr>
        <p:spPr>
          <a:xfrm>
            <a:off x="901966" y="5575242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E9ABA9-74FD-49EE-AFB9-60967C9A6F93}"/>
              </a:ext>
            </a:extLst>
          </p:cNvPr>
          <p:cNvSpPr txBox="1"/>
          <p:nvPr/>
        </p:nvSpPr>
        <p:spPr>
          <a:xfrm>
            <a:off x="1320418" y="5573874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28FF9F2-AD6D-432B-917C-CBC1C78D1B3C}"/>
              </a:ext>
            </a:extLst>
          </p:cNvPr>
          <p:cNvSpPr txBox="1"/>
          <p:nvPr/>
        </p:nvSpPr>
        <p:spPr>
          <a:xfrm>
            <a:off x="1739458" y="55619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A266AD3-7D55-4B1B-9F1C-895866232A4F}"/>
              </a:ext>
            </a:extLst>
          </p:cNvPr>
          <p:cNvSpPr/>
          <p:nvPr/>
        </p:nvSpPr>
        <p:spPr>
          <a:xfrm>
            <a:off x="3335192" y="190438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81D303C-2DDE-45FE-BD07-98A27A359D3C}"/>
              </a:ext>
            </a:extLst>
          </p:cNvPr>
          <p:cNvSpPr/>
          <p:nvPr/>
        </p:nvSpPr>
        <p:spPr>
          <a:xfrm>
            <a:off x="3507912" y="190438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A6533E5-28BD-4F90-9F13-9358BC605480}"/>
              </a:ext>
            </a:extLst>
          </p:cNvPr>
          <p:cNvSpPr/>
          <p:nvPr/>
        </p:nvSpPr>
        <p:spPr>
          <a:xfrm>
            <a:off x="3774144" y="190438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96B179B-FFF5-4308-BE3D-3AA962380082}"/>
              </a:ext>
            </a:extLst>
          </p:cNvPr>
          <p:cNvSpPr/>
          <p:nvPr/>
        </p:nvSpPr>
        <p:spPr>
          <a:xfrm>
            <a:off x="3946864" y="190438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C290B9D-D4C0-4DDD-861A-0A0438842C04}"/>
              </a:ext>
            </a:extLst>
          </p:cNvPr>
          <p:cNvSpPr/>
          <p:nvPr/>
        </p:nvSpPr>
        <p:spPr>
          <a:xfrm>
            <a:off x="4182616" y="190438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7F9AD8E-0351-476F-A9E3-BD2B7A7324F3}"/>
              </a:ext>
            </a:extLst>
          </p:cNvPr>
          <p:cNvSpPr/>
          <p:nvPr/>
        </p:nvSpPr>
        <p:spPr>
          <a:xfrm>
            <a:off x="4355336" y="190438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812FED-BAB4-494C-B170-A6AD0F6B3D3C}"/>
              </a:ext>
            </a:extLst>
          </p:cNvPr>
          <p:cNvSpPr/>
          <p:nvPr/>
        </p:nvSpPr>
        <p:spPr>
          <a:xfrm>
            <a:off x="4611408" y="190438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FA40244-8A8D-4BD6-A9EB-893AEC72FE10}"/>
              </a:ext>
            </a:extLst>
          </p:cNvPr>
          <p:cNvSpPr/>
          <p:nvPr/>
        </p:nvSpPr>
        <p:spPr>
          <a:xfrm>
            <a:off x="4784128" y="190438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84313E-069B-42C3-B66D-B79C35282B33}"/>
              </a:ext>
            </a:extLst>
          </p:cNvPr>
          <p:cNvSpPr/>
          <p:nvPr/>
        </p:nvSpPr>
        <p:spPr>
          <a:xfrm>
            <a:off x="3331248" y="21482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73A9D39-DF39-4C07-91A8-C03544369938}"/>
              </a:ext>
            </a:extLst>
          </p:cNvPr>
          <p:cNvSpPr/>
          <p:nvPr/>
        </p:nvSpPr>
        <p:spPr>
          <a:xfrm>
            <a:off x="3503968" y="21482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EAB9CF0-8642-4BA1-A4E0-4246FFDBE7A6}"/>
              </a:ext>
            </a:extLst>
          </p:cNvPr>
          <p:cNvSpPr/>
          <p:nvPr/>
        </p:nvSpPr>
        <p:spPr>
          <a:xfrm>
            <a:off x="3770200" y="21482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6FC5870-BBBB-425F-855E-DC6F71F4087C}"/>
              </a:ext>
            </a:extLst>
          </p:cNvPr>
          <p:cNvSpPr/>
          <p:nvPr/>
        </p:nvSpPr>
        <p:spPr>
          <a:xfrm>
            <a:off x="3942920" y="21482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A7A2D94-6D27-4F26-9764-A56B450AFCE6}"/>
              </a:ext>
            </a:extLst>
          </p:cNvPr>
          <p:cNvSpPr/>
          <p:nvPr/>
        </p:nvSpPr>
        <p:spPr>
          <a:xfrm>
            <a:off x="4178672" y="21482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5F1A522-AAB3-4343-815A-1E194A62BC58}"/>
              </a:ext>
            </a:extLst>
          </p:cNvPr>
          <p:cNvSpPr/>
          <p:nvPr/>
        </p:nvSpPr>
        <p:spPr>
          <a:xfrm>
            <a:off x="4351392" y="21482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477031B-D8FB-4E9F-9FFF-C77F9FDE0213}"/>
              </a:ext>
            </a:extLst>
          </p:cNvPr>
          <p:cNvSpPr/>
          <p:nvPr/>
        </p:nvSpPr>
        <p:spPr>
          <a:xfrm>
            <a:off x="4607464" y="21482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57A076B-ED6C-4BAA-BC6D-A17DF87C7501}"/>
              </a:ext>
            </a:extLst>
          </p:cNvPr>
          <p:cNvSpPr/>
          <p:nvPr/>
        </p:nvSpPr>
        <p:spPr>
          <a:xfrm>
            <a:off x="4780184" y="21482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6BF0BCE-7ACF-4EA2-B7DD-CBEE2E85A037}"/>
              </a:ext>
            </a:extLst>
          </p:cNvPr>
          <p:cNvSpPr/>
          <p:nvPr/>
        </p:nvSpPr>
        <p:spPr>
          <a:xfrm>
            <a:off x="3337464" y="23819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2A70843-9CC8-471F-88CC-D04B163EF06D}"/>
              </a:ext>
            </a:extLst>
          </p:cNvPr>
          <p:cNvSpPr/>
          <p:nvPr/>
        </p:nvSpPr>
        <p:spPr>
          <a:xfrm>
            <a:off x="3510184" y="23819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50D2331-D6A1-41C5-9156-B70CB5B45940}"/>
              </a:ext>
            </a:extLst>
          </p:cNvPr>
          <p:cNvSpPr/>
          <p:nvPr/>
        </p:nvSpPr>
        <p:spPr>
          <a:xfrm>
            <a:off x="3776416" y="23819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E67ECD3-6D8E-4B7F-AAF2-459100D22E23}"/>
              </a:ext>
            </a:extLst>
          </p:cNvPr>
          <p:cNvSpPr/>
          <p:nvPr/>
        </p:nvSpPr>
        <p:spPr>
          <a:xfrm>
            <a:off x="3949136" y="238192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03BF867-61B8-440A-8046-4F2F04520E5C}"/>
              </a:ext>
            </a:extLst>
          </p:cNvPr>
          <p:cNvSpPr/>
          <p:nvPr/>
        </p:nvSpPr>
        <p:spPr>
          <a:xfrm>
            <a:off x="4184888" y="23819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78BDA8A-9CAD-4CD6-9775-13C19D109F83}"/>
              </a:ext>
            </a:extLst>
          </p:cNvPr>
          <p:cNvSpPr/>
          <p:nvPr/>
        </p:nvSpPr>
        <p:spPr>
          <a:xfrm>
            <a:off x="4357608" y="23819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C6DD5D3-A373-4678-A42B-D81C4DF4D9C9}"/>
              </a:ext>
            </a:extLst>
          </p:cNvPr>
          <p:cNvSpPr/>
          <p:nvPr/>
        </p:nvSpPr>
        <p:spPr>
          <a:xfrm>
            <a:off x="4613680" y="23819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6D1338C-86AE-4DFF-A1D0-506A3E566493}"/>
              </a:ext>
            </a:extLst>
          </p:cNvPr>
          <p:cNvSpPr/>
          <p:nvPr/>
        </p:nvSpPr>
        <p:spPr>
          <a:xfrm>
            <a:off x="4786400" y="238192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38F084D-48F2-48CE-B2D4-40525E532455}"/>
              </a:ext>
            </a:extLst>
          </p:cNvPr>
          <p:cNvSpPr/>
          <p:nvPr/>
        </p:nvSpPr>
        <p:spPr>
          <a:xfrm>
            <a:off x="3333520" y="262576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7346740-53C6-4478-BBAC-C2360BAF3626}"/>
              </a:ext>
            </a:extLst>
          </p:cNvPr>
          <p:cNvSpPr/>
          <p:nvPr/>
        </p:nvSpPr>
        <p:spPr>
          <a:xfrm>
            <a:off x="3506240" y="262576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350C44D-29D3-403C-97FE-E944841A01E5}"/>
              </a:ext>
            </a:extLst>
          </p:cNvPr>
          <p:cNvSpPr/>
          <p:nvPr/>
        </p:nvSpPr>
        <p:spPr>
          <a:xfrm>
            <a:off x="3772472" y="262576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A59BD7-723B-4832-9559-6CF22F0DE8F6}"/>
              </a:ext>
            </a:extLst>
          </p:cNvPr>
          <p:cNvSpPr/>
          <p:nvPr/>
        </p:nvSpPr>
        <p:spPr>
          <a:xfrm>
            <a:off x="3945192" y="262576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C58FD451-265B-4292-8220-C6DB6500ADEC}"/>
              </a:ext>
            </a:extLst>
          </p:cNvPr>
          <p:cNvSpPr/>
          <p:nvPr/>
        </p:nvSpPr>
        <p:spPr>
          <a:xfrm>
            <a:off x="4180944" y="262576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8C3A5BBA-F83F-4532-9A7C-47C4BBB8D2EB}"/>
              </a:ext>
            </a:extLst>
          </p:cNvPr>
          <p:cNvSpPr/>
          <p:nvPr/>
        </p:nvSpPr>
        <p:spPr>
          <a:xfrm>
            <a:off x="4353664" y="262576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1AF1B81-B865-46B1-BF52-D39CC1C13091}"/>
              </a:ext>
            </a:extLst>
          </p:cNvPr>
          <p:cNvSpPr/>
          <p:nvPr/>
        </p:nvSpPr>
        <p:spPr>
          <a:xfrm>
            <a:off x="4609736" y="262576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8B04303-9A00-43D2-BDC0-FBBC2295077C}"/>
              </a:ext>
            </a:extLst>
          </p:cNvPr>
          <p:cNvSpPr/>
          <p:nvPr/>
        </p:nvSpPr>
        <p:spPr>
          <a:xfrm>
            <a:off x="4782456" y="262576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567BC3F-A796-465A-8610-3C9AAD24150A}"/>
              </a:ext>
            </a:extLst>
          </p:cNvPr>
          <p:cNvSpPr/>
          <p:nvPr/>
        </p:nvSpPr>
        <p:spPr>
          <a:xfrm>
            <a:off x="3331248" y="284930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2F78B85-9A39-4688-BA66-1CAADB98DB4B}"/>
              </a:ext>
            </a:extLst>
          </p:cNvPr>
          <p:cNvSpPr/>
          <p:nvPr/>
        </p:nvSpPr>
        <p:spPr>
          <a:xfrm>
            <a:off x="3503968" y="284930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02BE4C4-2FB6-4CFB-959B-1CEB34436A8F}"/>
              </a:ext>
            </a:extLst>
          </p:cNvPr>
          <p:cNvSpPr/>
          <p:nvPr/>
        </p:nvSpPr>
        <p:spPr>
          <a:xfrm>
            <a:off x="3770200" y="284930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843B0F6-8D50-4320-A7B1-19F9A3551964}"/>
              </a:ext>
            </a:extLst>
          </p:cNvPr>
          <p:cNvSpPr/>
          <p:nvPr/>
        </p:nvSpPr>
        <p:spPr>
          <a:xfrm>
            <a:off x="3942920" y="2849304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E2B3A28-F591-4A27-8339-34C81CBA1296}"/>
              </a:ext>
            </a:extLst>
          </p:cNvPr>
          <p:cNvSpPr/>
          <p:nvPr/>
        </p:nvSpPr>
        <p:spPr>
          <a:xfrm>
            <a:off x="4178672" y="284930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2BCA647D-B6F5-495F-BDD9-28FB45FA679E}"/>
              </a:ext>
            </a:extLst>
          </p:cNvPr>
          <p:cNvSpPr/>
          <p:nvPr/>
        </p:nvSpPr>
        <p:spPr>
          <a:xfrm>
            <a:off x="4351392" y="284930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5D7F5D3-557E-476C-8F3F-39284B2FC241}"/>
              </a:ext>
            </a:extLst>
          </p:cNvPr>
          <p:cNvSpPr/>
          <p:nvPr/>
        </p:nvSpPr>
        <p:spPr>
          <a:xfrm>
            <a:off x="4607464" y="284930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30D68D2-778C-4E6B-AC34-E41F5450C8F0}"/>
              </a:ext>
            </a:extLst>
          </p:cNvPr>
          <p:cNvSpPr/>
          <p:nvPr/>
        </p:nvSpPr>
        <p:spPr>
          <a:xfrm>
            <a:off x="4780184" y="2849304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4D9A41B-26A1-414C-BCB3-35BC0F04B372}"/>
              </a:ext>
            </a:extLst>
          </p:cNvPr>
          <p:cNvSpPr/>
          <p:nvPr/>
        </p:nvSpPr>
        <p:spPr>
          <a:xfrm>
            <a:off x="3300968" y="42569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4AB8B99-E2F5-4775-A55A-952AD82138C4}"/>
              </a:ext>
            </a:extLst>
          </p:cNvPr>
          <p:cNvSpPr/>
          <p:nvPr/>
        </p:nvSpPr>
        <p:spPr>
          <a:xfrm>
            <a:off x="3473688" y="42569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AD0D10E-BFF2-44A1-AB1B-1D43850B5753}"/>
              </a:ext>
            </a:extLst>
          </p:cNvPr>
          <p:cNvSpPr/>
          <p:nvPr/>
        </p:nvSpPr>
        <p:spPr>
          <a:xfrm>
            <a:off x="3739920" y="42569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9D2779A-5900-4C5D-B44C-E7B3B8BB146E}"/>
              </a:ext>
            </a:extLst>
          </p:cNvPr>
          <p:cNvSpPr/>
          <p:nvPr/>
        </p:nvSpPr>
        <p:spPr>
          <a:xfrm>
            <a:off x="3912640" y="42569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F3FCF97-3611-402C-8B15-9A14821C5D20}"/>
              </a:ext>
            </a:extLst>
          </p:cNvPr>
          <p:cNvSpPr/>
          <p:nvPr/>
        </p:nvSpPr>
        <p:spPr>
          <a:xfrm>
            <a:off x="4148392" y="42569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64D320F-67A9-48F5-8DD9-60F90D03BB70}"/>
              </a:ext>
            </a:extLst>
          </p:cNvPr>
          <p:cNvSpPr/>
          <p:nvPr/>
        </p:nvSpPr>
        <p:spPr>
          <a:xfrm>
            <a:off x="4321112" y="42569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BE9DC30B-533B-41D7-8E04-A0459218CEE5}"/>
              </a:ext>
            </a:extLst>
          </p:cNvPr>
          <p:cNvSpPr/>
          <p:nvPr/>
        </p:nvSpPr>
        <p:spPr>
          <a:xfrm>
            <a:off x="4577184" y="42569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102B38E-5F5D-4ACB-A36C-6E8F412F760A}"/>
              </a:ext>
            </a:extLst>
          </p:cNvPr>
          <p:cNvSpPr/>
          <p:nvPr/>
        </p:nvSpPr>
        <p:spPr>
          <a:xfrm>
            <a:off x="4749904" y="42569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9EBBAB4D-FAB1-4A6E-A91E-3BA9347A1674}"/>
              </a:ext>
            </a:extLst>
          </p:cNvPr>
          <p:cNvSpPr/>
          <p:nvPr/>
        </p:nvSpPr>
        <p:spPr>
          <a:xfrm>
            <a:off x="3297024" y="45008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9021D91-4A84-4329-9879-01F63D9810DB}"/>
              </a:ext>
            </a:extLst>
          </p:cNvPr>
          <p:cNvSpPr/>
          <p:nvPr/>
        </p:nvSpPr>
        <p:spPr>
          <a:xfrm>
            <a:off x="3469744" y="45008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8D56D2F-1ADE-4428-A69F-FE85BD60176F}"/>
              </a:ext>
            </a:extLst>
          </p:cNvPr>
          <p:cNvSpPr/>
          <p:nvPr/>
        </p:nvSpPr>
        <p:spPr>
          <a:xfrm>
            <a:off x="3735976" y="45008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F462D30-85BE-400A-BB58-EF38BD00883B}"/>
              </a:ext>
            </a:extLst>
          </p:cNvPr>
          <p:cNvSpPr/>
          <p:nvPr/>
        </p:nvSpPr>
        <p:spPr>
          <a:xfrm>
            <a:off x="3908696" y="45008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1335C5F-F067-405D-8A38-1B54244CB309}"/>
              </a:ext>
            </a:extLst>
          </p:cNvPr>
          <p:cNvSpPr/>
          <p:nvPr/>
        </p:nvSpPr>
        <p:spPr>
          <a:xfrm>
            <a:off x="4144448" y="45008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D312378-DE6F-4508-BB85-1B0C714C3D40}"/>
              </a:ext>
            </a:extLst>
          </p:cNvPr>
          <p:cNvSpPr/>
          <p:nvPr/>
        </p:nvSpPr>
        <p:spPr>
          <a:xfrm>
            <a:off x="4317168" y="45008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7236B78-5C22-410B-9E50-97D81A173AD0}"/>
              </a:ext>
            </a:extLst>
          </p:cNvPr>
          <p:cNvSpPr/>
          <p:nvPr/>
        </p:nvSpPr>
        <p:spPr>
          <a:xfrm>
            <a:off x="4573240" y="45008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B845F1C-608A-4E2C-B63D-B802BC03769B}"/>
              </a:ext>
            </a:extLst>
          </p:cNvPr>
          <p:cNvSpPr/>
          <p:nvPr/>
        </p:nvSpPr>
        <p:spPr>
          <a:xfrm>
            <a:off x="4745960" y="45008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8CAAA39-4961-401C-A0FC-E8212BF84CEF}"/>
              </a:ext>
            </a:extLst>
          </p:cNvPr>
          <p:cNvSpPr/>
          <p:nvPr/>
        </p:nvSpPr>
        <p:spPr>
          <a:xfrm>
            <a:off x="3303240" y="47345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D6C21D8-820B-4503-B7FC-C6F63BCF3471}"/>
              </a:ext>
            </a:extLst>
          </p:cNvPr>
          <p:cNvSpPr/>
          <p:nvPr/>
        </p:nvSpPr>
        <p:spPr>
          <a:xfrm>
            <a:off x="3475960" y="47345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AB73F18-05E4-494F-B763-75D3F643AF09}"/>
              </a:ext>
            </a:extLst>
          </p:cNvPr>
          <p:cNvSpPr/>
          <p:nvPr/>
        </p:nvSpPr>
        <p:spPr>
          <a:xfrm>
            <a:off x="3742192" y="47345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DE8CE78-DA30-4983-84F2-69A982F4D837}"/>
              </a:ext>
            </a:extLst>
          </p:cNvPr>
          <p:cNvSpPr/>
          <p:nvPr/>
        </p:nvSpPr>
        <p:spPr>
          <a:xfrm>
            <a:off x="3914912" y="47345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9089594-BA0A-41F2-BA7D-3AE82C89D439}"/>
              </a:ext>
            </a:extLst>
          </p:cNvPr>
          <p:cNvSpPr/>
          <p:nvPr/>
        </p:nvSpPr>
        <p:spPr>
          <a:xfrm>
            <a:off x="4150664" y="47345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00652F5-B649-4733-A98E-6013857A4780}"/>
              </a:ext>
            </a:extLst>
          </p:cNvPr>
          <p:cNvSpPr/>
          <p:nvPr/>
        </p:nvSpPr>
        <p:spPr>
          <a:xfrm>
            <a:off x="4323384" y="47345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C2AA185-93E9-4E8A-8236-175207DD99F6}"/>
              </a:ext>
            </a:extLst>
          </p:cNvPr>
          <p:cNvSpPr/>
          <p:nvPr/>
        </p:nvSpPr>
        <p:spPr>
          <a:xfrm>
            <a:off x="4579456" y="47345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C063E91-FBE6-4AAE-B976-26EF871D59C2}"/>
              </a:ext>
            </a:extLst>
          </p:cNvPr>
          <p:cNvSpPr/>
          <p:nvPr/>
        </p:nvSpPr>
        <p:spPr>
          <a:xfrm>
            <a:off x="4752176" y="47345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DE716039-5CE5-4116-96FB-B2CFD3895756}"/>
              </a:ext>
            </a:extLst>
          </p:cNvPr>
          <p:cNvSpPr/>
          <p:nvPr/>
        </p:nvSpPr>
        <p:spPr>
          <a:xfrm>
            <a:off x="3299296" y="497834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7FD536D-644B-46F0-884C-B4BF0A05965B}"/>
              </a:ext>
            </a:extLst>
          </p:cNvPr>
          <p:cNvSpPr/>
          <p:nvPr/>
        </p:nvSpPr>
        <p:spPr>
          <a:xfrm>
            <a:off x="3472016" y="497834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50754E6-ED45-40B6-A96F-EBED4D80C0E5}"/>
              </a:ext>
            </a:extLst>
          </p:cNvPr>
          <p:cNvSpPr/>
          <p:nvPr/>
        </p:nvSpPr>
        <p:spPr>
          <a:xfrm>
            <a:off x="3738248" y="497834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81ABD7CF-8177-4FDA-AB43-E2DEBFD5C74D}"/>
              </a:ext>
            </a:extLst>
          </p:cNvPr>
          <p:cNvSpPr/>
          <p:nvPr/>
        </p:nvSpPr>
        <p:spPr>
          <a:xfrm>
            <a:off x="3910968" y="497834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C076512-8BC8-40A6-A61C-24414A2E91D8}"/>
              </a:ext>
            </a:extLst>
          </p:cNvPr>
          <p:cNvSpPr/>
          <p:nvPr/>
        </p:nvSpPr>
        <p:spPr>
          <a:xfrm>
            <a:off x="4146720" y="497834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3370658-450B-4EB1-9AB2-15B952CC8964}"/>
              </a:ext>
            </a:extLst>
          </p:cNvPr>
          <p:cNvSpPr/>
          <p:nvPr/>
        </p:nvSpPr>
        <p:spPr>
          <a:xfrm>
            <a:off x="4319440" y="497834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D82A3017-4046-4734-B534-611D494A80E0}"/>
              </a:ext>
            </a:extLst>
          </p:cNvPr>
          <p:cNvSpPr/>
          <p:nvPr/>
        </p:nvSpPr>
        <p:spPr>
          <a:xfrm>
            <a:off x="4575512" y="497834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AC17C81-F0E3-4F8A-ABBB-B978E2E0580A}"/>
              </a:ext>
            </a:extLst>
          </p:cNvPr>
          <p:cNvSpPr/>
          <p:nvPr/>
        </p:nvSpPr>
        <p:spPr>
          <a:xfrm>
            <a:off x="4748232" y="497834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D890C33-E852-4A8C-B49F-33010D0E9C20}"/>
              </a:ext>
            </a:extLst>
          </p:cNvPr>
          <p:cNvSpPr/>
          <p:nvPr/>
        </p:nvSpPr>
        <p:spPr>
          <a:xfrm>
            <a:off x="3297024" y="52018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9DD00B5-8635-47B2-90A3-A98AD26C70F3}"/>
              </a:ext>
            </a:extLst>
          </p:cNvPr>
          <p:cNvSpPr/>
          <p:nvPr/>
        </p:nvSpPr>
        <p:spPr>
          <a:xfrm>
            <a:off x="3469744" y="52018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D125578-38EB-4E39-BE5D-961241FD2BBC}"/>
              </a:ext>
            </a:extLst>
          </p:cNvPr>
          <p:cNvSpPr/>
          <p:nvPr/>
        </p:nvSpPr>
        <p:spPr>
          <a:xfrm>
            <a:off x="3735976" y="52018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625D31D-F147-4D52-83D5-8E5920BC88C9}"/>
              </a:ext>
            </a:extLst>
          </p:cNvPr>
          <p:cNvSpPr/>
          <p:nvPr/>
        </p:nvSpPr>
        <p:spPr>
          <a:xfrm>
            <a:off x="3908696" y="52018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517586F5-991D-436D-B35E-CEA9DC079842}"/>
              </a:ext>
            </a:extLst>
          </p:cNvPr>
          <p:cNvSpPr/>
          <p:nvPr/>
        </p:nvSpPr>
        <p:spPr>
          <a:xfrm>
            <a:off x="4144448" y="52018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8224E413-B003-4454-B734-8A207683C2FA}"/>
              </a:ext>
            </a:extLst>
          </p:cNvPr>
          <p:cNvSpPr/>
          <p:nvPr/>
        </p:nvSpPr>
        <p:spPr>
          <a:xfrm>
            <a:off x="4317168" y="52018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781DAF1-761D-4F77-92DC-B41239C90449}"/>
              </a:ext>
            </a:extLst>
          </p:cNvPr>
          <p:cNvSpPr/>
          <p:nvPr/>
        </p:nvSpPr>
        <p:spPr>
          <a:xfrm>
            <a:off x="4573240" y="52018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3DCA65FF-E728-43EA-9528-AE45F7B0DC4C}"/>
              </a:ext>
            </a:extLst>
          </p:cNvPr>
          <p:cNvSpPr/>
          <p:nvPr/>
        </p:nvSpPr>
        <p:spPr>
          <a:xfrm>
            <a:off x="4745960" y="52018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D1042CC2-9A7F-4986-A5C8-C77F45F421B0}"/>
              </a:ext>
            </a:extLst>
          </p:cNvPr>
          <p:cNvSpPr/>
          <p:nvPr/>
        </p:nvSpPr>
        <p:spPr>
          <a:xfrm>
            <a:off x="3333720" y="30785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A84A896-F690-4B09-8EB0-D8084EBD1170}"/>
              </a:ext>
            </a:extLst>
          </p:cNvPr>
          <p:cNvSpPr/>
          <p:nvPr/>
        </p:nvSpPr>
        <p:spPr>
          <a:xfrm>
            <a:off x="3506440" y="30785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14501C6-EC39-4CF5-99A1-07EF9F1278B8}"/>
              </a:ext>
            </a:extLst>
          </p:cNvPr>
          <p:cNvSpPr/>
          <p:nvPr/>
        </p:nvSpPr>
        <p:spPr>
          <a:xfrm>
            <a:off x="3772672" y="30785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0B1DC43-B544-48FE-9E22-1729EA14FEB5}"/>
              </a:ext>
            </a:extLst>
          </p:cNvPr>
          <p:cNvSpPr/>
          <p:nvPr/>
        </p:nvSpPr>
        <p:spPr>
          <a:xfrm>
            <a:off x="3945392" y="30785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098ADE1-B5FF-4C7A-A5B3-9169228AA054}"/>
              </a:ext>
            </a:extLst>
          </p:cNvPr>
          <p:cNvSpPr/>
          <p:nvPr/>
        </p:nvSpPr>
        <p:spPr>
          <a:xfrm>
            <a:off x="4181144" y="30785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BF0031F-B3B8-41A2-B55B-B1D2724501F6}"/>
              </a:ext>
            </a:extLst>
          </p:cNvPr>
          <p:cNvSpPr/>
          <p:nvPr/>
        </p:nvSpPr>
        <p:spPr>
          <a:xfrm>
            <a:off x="4353864" y="30785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000EA68-A568-4716-8F5B-361999032DDA}"/>
              </a:ext>
            </a:extLst>
          </p:cNvPr>
          <p:cNvSpPr/>
          <p:nvPr/>
        </p:nvSpPr>
        <p:spPr>
          <a:xfrm>
            <a:off x="4609936" y="30785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0CD8053-5E4A-4DDF-9336-C32C17B49B81}"/>
              </a:ext>
            </a:extLst>
          </p:cNvPr>
          <p:cNvSpPr/>
          <p:nvPr/>
        </p:nvSpPr>
        <p:spPr>
          <a:xfrm>
            <a:off x="4782656" y="30785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548AB63-A299-415C-9A30-CB291675C099}"/>
              </a:ext>
            </a:extLst>
          </p:cNvPr>
          <p:cNvSpPr/>
          <p:nvPr/>
        </p:nvSpPr>
        <p:spPr>
          <a:xfrm>
            <a:off x="3329776" y="33223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3D811AF-EBD2-4636-B4A1-89D9F3069818}"/>
              </a:ext>
            </a:extLst>
          </p:cNvPr>
          <p:cNvSpPr/>
          <p:nvPr/>
        </p:nvSpPr>
        <p:spPr>
          <a:xfrm>
            <a:off x="3502496" y="33223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D415DB8-3460-4A20-A6B0-4ED47D270DAB}"/>
              </a:ext>
            </a:extLst>
          </p:cNvPr>
          <p:cNvSpPr/>
          <p:nvPr/>
        </p:nvSpPr>
        <p:spPr>
          <a:xfrm>
            <a:off x="3768728" y="33223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582217F-4DE3-442E-88E0-9D0DDCD97886}"/>
              </a:ext>
            </a:extLst>
          </p:cNvPr>
          <p:cNvSpPr/>
          <p:nvPr/>
        </p:nvSpPr>
        <p:spPr>
          <a:xfrm>
            <a:off x="3941448" y="33223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0E16D27-3938-4269-BD57-7A0A0A783A82}"/>
              </a:ext>
            </a:extLst>
          </p:cNvPr>
          <p:cNvSpPr/>
          <p:nvPr/>
        </p:nvSpPr>
        <p:spPr>
          <a:xfrm>
            <a:off x="4177200" y="33223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E9F016-8D0E-4464-94DF-2CBD11FE84A3}"/>
              </a:ext>
            </a:extLst>
          </p:cNvPr>
          <p:cNvSpPr/>
          <p:nvPr/>
        </p:nvSpPr>
        <p:spPr>
          <a:xfrm>
            <a:off x="4349920" y="33223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B92628C-026D-49EA-B646-66F34EC4E6A9}"/>
              </a:ext>
            </a:extLst>
          </p:cNvPr>
          <p:cNvSpPr/>
          <p:nvPr/>
        </p:nvSpPr>
        <p:spPr>
          <a:xfrm>
            <a:off x="4605992" y="33223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BC528C7F-432A-4987-AE88-7493D87F0F56}"/>
              </a:ext>
            </a:extLst>
          </p:cNvPr>
          <p:cNvSpPr/>
          <p:nvPr/>
        </p:nvSpPr>
        <p:spPr>
          <a:xfrm>
            <a:off x="4778712" y="33223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B73E609-21A2-4D17-B561-96B2FB8203B3}"/>
              </a:ext>
            </a:extLst>
          </p:cNvPr>
          <p:cNvSpPr/>
          <p:nvPr/>
        </p:nvSpPr>
        <p:spPr>
          <a:xfrm>
            <a:off x="3327504" y="354588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90D7F802-1DB1-421F-BAD2-3E111924C46C}"/>
              </a:ext>
            </a:extLst>
          </p:cNvPr>
          <p:cNvSpPr/>
          <p:nvPr/>
        </p:nvSpPr>
        <p:spPr>
          <a:xfrm>
            <a:off x="3500224" y="354588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4E8ADB27-23CC-4F9E-90D9-21F68903B91C}"/>
              </a:ext>
            </a:extLst>
          </p:cNvPr>
          <p:cNvSpPr/>
          <p:nvPr/>
        </p:nvSpPr>
        <p:spPr>
          <a:xfrm>
            <a:off x="3766456" y="354588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3834E28-C209-4DA5-80C6-B522453B9721}"/>
              </a:ext>
            </a:extLst>
          </p:cNvPr>
          <p:cNvSpPr/>
          <p:nvPr/>
        </p:nvSpPr>
        <p:spPr>
          <a:xfrm>
            <a:off x="3939176" y="354588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9ABA66D8-B73E-4982-A576-B5148A1383D9}"/>
              </a:ext>
            </a:extLst>
          </p:cNvPr>
          <p:cNvSpPr/>
          <p:nvPr/>
        </p:nvSpPr>
        <p:spPr>
          <a:xfrm>
            <a:off x="4174928" y="354588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8DDF4EEE-5482-4087-B74D-D50B46F53D50}"/>
              </a:ext>
            </a:extLst>
          </p:cNvPr>
          <p:cNvSpPr/>
          <p:nvPr/>
        </p:nvSpPr>
        <p:spPr>
          <a:xfrm>
            <a:off x="4347648" y="354588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46A8AF8-8B8A-4E4F-BCAE-CE0FEDE4D824}"/>
              </a:ext>
            </a:extLst>
          </p:cNvPr>
          <p:cNvSpPr/>
          <p:nvPr/>
        </p:nvSpPr>
        <p:spPr>
          <a:xfrm>
            <a:off x="4603720" y="354588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A65AD2A-F19F-4FD6-84E0-825449796293}"/>
              </a:ext>
            </a:extLst>
          </p:cNvPr>
          <p:cNvSpPr/>
          <p:nvPr/>
        </p:nvSpPr>
        <p:spPr>
          <a:xfrm>
            <a:off x="4776440" y="354588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2B1C02D9-CE87-4389-A4F2-E97649A995A7}"/>
              </a:ext>
            </a:extLst>
          </p:cNvPr>
          <p:cNvSpPr/>
          <p:nvPr/>
        </p:nvSpPr>
        <p:spPr>
          <a:xfrm>
            <a:off x="3310928" y="542544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87B3994-F978-47FD-AA4E-A65341C6DED1}"/>
              </a:ext>
            </a:extLst>
          </p:cNvPr>
          <p:cNvSpPr/>
          <p:nvPr/>
        </p:nvSpPr>
        <p:spPr>
          <a:xfrm>
            <a:off x="3483648" y="542544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77B0890-BB98-4822-8705-038E8744CF0B}"/>
              </a:ext>
            </a:extLst>
          </p:cNvPr>
          <p:cNvSpPr/>
          <p:nvPr/>
        </p:nvSpPr>
        <p:spPr>
          <a:xfrm>
            <a:off x="3749880" y="542544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659BA26-58E3-40FE-9FB5-B72104390F2F}"/>
              </a:ext>
            </a:extLst>
          </p:cNvPr>
          <p:cNvSpPr/>
          <p:nvPr/>
        </p:nvSpPr>
        <p:spPr>
          <a:xfrm>
            <a:off x="3922600" y="542544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FF3D6512-C6F9-46E5-9F95-CF2E606B3417}"/>
              </a:ext>
            </a:extLst>
          </p:cNvPr>
          <p:cNvSpPr/>
          <p:nvPr/>
        </p:nvSpPr>
        <p:spPr>
          <a:xfrm>
            <a:off x="4158352" y="542544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09AEE51-1D07-4931-9B24-B077CDA326F0}"/>
              </a:ext>
            </a:extLst>
          </p:cNvPr>
          <p:cNvSpPr/>
          <p:nvPr/>
        </p:nvSpPr>
        <p:spPr>
          <a:xfrm>
            <a:off x="4331072" y="542544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EFD0194-1845-4FCC-BEDF-10495E93EEF1}"/>
              </a:ext>
            </a:extLst>
          </p:cNvPr>
          <p:cNvSpPr/>
          <p:nvPr/>
        </p:nvSpPr>
        <p:spPr>
          <a:xfrm>
            <a:off x="4587144" y="542544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C5DA1FF-3294-416B-AAA1-1AE536AF9E33}"/>
              </a:ext>
            </a:extLst>
          </p:cNvPr>
          <p:cNvSpPr/>
          <p:nvPr/>
        </p:nvSpPr>
        <p:spPr>
          <a:xfrm>
            <a:off x="4759864" y="542544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2F89D405-E5A4-4811-8485-0EA9C29352A2}"/>
              </a:ext>
            </a:extLst>
          </p:cNvPr>
          <p:cNvSpPr/>
          <p:nvPr/>
        </p:nvSpPr>
        <p:spPr>
          <a:xfrm>
            <a:off x="3306984" y="566928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E5A4687D-133E-4088-820D-158E5029881B}"/>
              </a:ext>
            </a:extLst>
          </p:cNvPr>
          <p:cNvSpPr/>
          <p:nvPr/>
        </p:nvSpPr>
        <p:spPr>
          <a:xfrm>
            <a:off x="3479704" y="566928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5D7CE174-65A1-4B80-869C-8368AE2B6396}"/>
              </a:ext>
            </a:extLst>
          </p:cNvPr>
          <p:cNvSpPr/>
          <p:nvPr/>
        </p:nvSpPr>
        <p:spPr>
          <a:xfrm>
            <a:off x="3745936" y="566928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166CBED-DB1F-4826-8182-9E47122C08D8}"/>
              </a:ext>
            </a:extLst>
          </p:cNvPr>
          <p:cNvSpPr/>
          <p:nvPr/>
        </p:nvSpPr>
        <p:spPr>
          <a:xfrm>
            <a:off x="3918656" y="566928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384AF3A5-FD23-43D2-8DB1-A0F31CB9CD6B}"/>
              </a:ext>
            </a:extLst>
          </p:cNvPr>
          <p:cNvSpPr/>
          <p:nvPr/>
        </p:nvSpPr>
        <p:spPr>
          <a:xfrm>
            <a:off x="4154408" y="566928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2260FFE6-6601-4730-A6B5-4A4A70E40D68}"/>
              </a:ext>
            </a:extLst>
          </p:cNvPr>
          <p:cNvSpPr/>
          <p:nvPr/>
        </p:nvSpPr>
        <p:spPr>
          <a:xfrm>
            <a:off x="4327128" y="566928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2374EB0-9C23-4A80-A9F3-FDCAC4FF6C2A}"/>
              </a:ext>
            </a:extLst>
          </p:cNvPr>
          <p:cNvSpPr/>
          <p:nvPr/>
        </p:nvSpPr>
        <p:spPr>
          <a:xfrm>
            <a:off x="4583200" y="566928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0C9EE996-9E6C-471C-B690-D246E227B101}"/>
              </a:ext>
            </a:extLst>
          </p:cNvPr>
          <p:cNvSpPr/>
          <p:nvPr/>
        </p:nvSpPr>
        <p:spPr>
          <a:xfrm>
            <a:off x="4755920" y="566928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06D5DCA-BCA9-4711-92D7-9CC6BF583AB0}"/>
              </a:ext>
            </a:extLst>
          </p:cNvPr>
          <p:cNvSpPr/>
          <p:nvPr/>
        </p:nvSpPr>
        <p:spPr>
          <a:xfrm>
            <a:off x="3304712" y="589282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C63B693B-3687-4297-BD16-0C7B560AFC19}"/>
              </a:ext>
            </a:extLst>
          </p:cNvPr>
          <p:cNvSpPr/>
          <p:nvPr/>
        </p:nvSpPr>
        <p:spPr>
          <a:xfrm>
            <a:off x="3477432" y="589282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4A96412-4CBE-4F91-B11F-63DBFB5337F8}"/>
              </a:ext>
            </a:extLst>
          </p:cNvPr>
          <p:cNvSpPr/>
          <p:nvPr/>
        </p:nvSpPr>
        <p:spPr>
          <a:xfrm>
            <a:off x="3743664" y="589282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DB55DE5-0577-4A17-A1C5-0B642DFD88B2}"/>
              </a:ext>
            </a:extLst>
          </p:cNvPr>
          <p:cNvSpPr/>
          <p:nvPr/>
        </p:nvSpPr>
        <p:spPr>
          <a:xfrm>
            <a:off x="3916384" y="5892821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AC0F45C-8767-4F44-91FF-7B2A06C20801}"/>
              </a:ext>
            </a:extLst>
          </p:cNvPr>
          <p:cNvSpPr/>
          <p:nvPr/>
        </p:nvSpPr>
        <p:spPr>
          <a:xfrm>
            <a:off x="4152136" y="589282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4F04CA6C-24BF-41A5-A635-CD1235096B66}"/>
              </a:ext>
            </a:extLst>
          </p:cNvPr>
          <p:cNvSpPr/>
          <p:nvPr/>
        </p:nvSpPr>
        <p:spPr>
          <a:xfrm>
            <a:off x="4324856" y="589282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B01C18C-3E3F-4C2D-8E86-7615B154FBE7}"/>
              </a:ext>
            </a:extLst>
          </p:cNvPr>
          <p:cNvSpPr/>
          <p:nvPr/>
        </p:nvSpPr>
        <p:spPr>
          <a:xfrm>
            <a:off x="4580928" y="589282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7A77E8CA-1F7C-4823-BB3D-6A2BA33DA405}"/>
              </a:ext>
            </a:extLst>
          </p:cNvPr>
          <p:cNvSpPr/>
          <p:nvPr/>
        </p:nvSpPr>
        <p:spPr>
          <a:xfrm>
            <a:off x="4753648" y="5892821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/>
              <p:nvPr/>
            </p:nvSpPr>
            <p:spPr>
              <a:xfrm>
                <a:off x="3264363" y="3680826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005E09-44EB-4045-9DCF-F72108B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363" y="3680826"/>
                <a:ext cx="475836" cy="276999"/>
              </a:xfrm>
              <a:prstGeom prst="rect">
                <a:avLst/>
              </a:prstGeom>
              <a:blipFill>
                <a:blip r:embed="rId6"/>
                <a:stretch>
                  <a:fillRect l="-10127" r="-379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/>
              <p:nvPr/>
            </p:nvSpPr>
            <p:spPr>
              <a:xfrm>
                <a:off x="3702796" y="3690986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31638F48-D1F3-4C7F-AA59-5B7FF7D46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796" y="3690986"/>
                <a:ext cx="475836" cy="276999"/>
              </a:xfrm>
              <a:prstGeom prst="rect">
                <a:avLst/>
              </a:prstGeom>
              <a:blipFill>
                <a:blip r:embed="rId7"/>
                <a:stretch>
                  <a:fillRect l="-10256" r="-512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/>
              <p:nvPr/>
            </p:nvSpPr>
            <p:spPr>
              <a:xfrm>
                <a:off x="4138463" y="3691085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DF4E42F-01F4-4F94-94DC-1C7C9F47C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63" y="3691085"/>
                <a:ext cx="475836" cy="276999"/>
              </a:xfrm>
              <a:prstGeom prst="rect">
                <a:avLst/>
              </a:prstGeom>
              <a:blipFill>
                <a:blip r:embed="rId8"/>
                <a:stretch>
                  <a:fillRect l="-11538" r="-384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/>
              <p:nvPr/>
            </p:nvSpPr>
            <p:spPr>
              <a:xfrm>
                <a:off x="4576896" y="3701245"/>
                <a:ext cx="475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EA77253D-70DC-40FE-92B5-FBFF898B2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96" y="3701245"/>
                <a:ext cx="475836" cy="276999"/>
              </a:xfrm>
              <a:prstGeom prst="rect">
                <a:avLst/>
              </a:prstGeom>
              <a:blipFill>
                <a:blip r:embed="rId9"/>
                <a:stretch>
                  <a:fillRect l="-11538" r="-384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8C57FAC2-6581-40C9-96FE-AB8870D5240B}"/>
              </a:ext>
            </a:extLst>
          </p:cNvPr>
          <p:cNvSpPr txBox="1"/>
          <p:nvPr/>
        </p:nvSpPr>
        <p:spPr>
          <a:xfrm>
            <a:off x="3240810" y="392210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B1D2B8B-1A06-4057-8343-474A4B3D346C}"/>
              </a:ext>
            </a:extLst>
          </p:cNvPr>
          <p:cNvSpPr txBox="1"/>
          <p:nvPr/>
        </p:nvSpPr>
        <p:spPr>
          <a:xfrm>
            <a:off x="3698010" y="392210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79B7B57-BCBC-486B-819D-FC0B5B9DA80E}"/>
              </a:ext>
            </a:extLst>
          </p:cNvPr>
          <p:cNvSpPr txBox="1"/>
          <p:nvPr/>
        </p:nvSpPr>
        <p:spPr>
          <a:xfrm>
            <a:off x="4116462" y="392073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E8FD5AF-BA9A-4A06-9C9B-619DD14BE0DB}"/>
              </a:ext>
            </a:extLst>
          </p:cNvPr>
          <p:cNvSpPr txBox="1"/>
          <p:nvPr/>
        </p:nvSpPr>
        <p:spPr>
          <a:xfrm>
            <a:off x="4535502" y="3908774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/>
              <p:nvPr/>
            </p:nvSpPr>
            <p:spPr>
              <a:xfrm>
                <a:off x="3254203" y="6078586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13A6397-802F-4449-9A4D-5D345918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03" y="6078586"/>
                <a:ext cx="464614" cy="276999"/>
              </a:xfrm>
              <a:prstGeom prst="rect">
                <a:avLst/>
              </a:prstGeom>
              <a:blipFill>
                <a:blip r:embed="rId10"/>
                <a:stretch>
                  <a:fillRect l="-11842" r="-394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/>
              <p:nvPr/>
            </p:nvSpPr>
            <p:spPr>
              <a:xfrm>
                <a:off x="3692636" y="6088746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74BEA7B-AA2C-47B1-8799-32AE59D98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636" y="6088746"/>
                <a:ext cx="464614" cy="276999"/>
              </a:xfrm>
              <a:prstGeom prst="rect">
                <a:avLst/>
              </a:prstGeom>
              <a:blipFill>
                <a:blip r:embed="rId11"/>
                <a:stretch>
                  <a:fillRect l="-11842" r="-394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/>
              <p:nvPr/>
            </p:nvSpPr>
            <p:spPr>
              <a:xfrm>
                <a:off x="4128303" y="6088845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76BB06D-C6F0-4EFD-8A0C-5BF2DE11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303" y="6088845"/>
                <a:ext cx="464614" cy="276999"/>
              </a:xfrm>
              <a:prstGeom prst="rect">
                <a:avLst/>
              </a:prstGeom>
              <a:blipFill>
                <a:blip r:embed="rId12"/>
                <a:stretch>
                  <a:fillRect l="-10526" r="-526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/>
              <p:nvPr/>
            </p:nvSpPr>
            <p:spPr>
              <a:xfrm>
                <a:off x="4566736" y="6099005"/>
                <a:ext cx="46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83A76395-2E98-404B-AFF7-099BDA39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36" y="6099005"/>
                <a:ext cx="464614" cy="276999"/>
              </a:xfrm>
              <a:prstGeom prst="rect">
                <a:avLst/>
              </a:prstGeom>
              <a:blipFill>
                <a:blip r:embed="rId13"/>
                <a:stretch>
                  <a:fillRect l="-10526" r="-526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TextBox 238">
            <a:extLst>
              <a:ext uri="{FF2B5EF4-FFF2-40B4-BE49-F238E27FC236}">
                <a16:creationId xmlns:a16="http://schemas.microsoft.com/office/drawing/2014/main" id="{20F5C6A4-3166-44B6-BDC6-E8540C08E636}"/>
              </a:ext>
            </a:extLst>
          </p:cNvPr>
          <p:cNvSpPr txBox="1"/>
          <p:nvPr/>
        </p:nvSpPr>
        <p:spPr>
          <a:xfrm>
            <a:off x="3230650" y="631986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2A54F4-5392-4036-A382-56FE032BBAA8}"/>
              </a:ext>
            </a:extLst>
          </p:cNvPr>
          <p:cNvSpPr txBox="1"/>
          <p:nvPr/>
        </p:nvSpPr>
        <p:spPr>
          <a:xfrm>
            <a:off x="3687850" y="631986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AE21E26-D25C-4EF8-8313-158A2C55556F}"/>
              </a:ext>
            </a:extLst>
          </p:cNvPr>
          <p:cNvSpPr txBox="1"/>
          <p:nvPr/>
        </p:nvSpPr>
        <p:spPr>
          <a:xfrm>
            <a:off x="4106302" y="631849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766DDD-43C5-42E5-AAC1-82C82518D246}"/>
              </a:ext>
            </a:extLst>
          </p:cNvPr>
          <p:cNvSpPr txBox="1"/>
          <p:nvPr/>
        </p:nvSpPr>
        <p:spPr>
          <a:xfrm>
            <a:off x="4525342" y="6306534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(8,2)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7A9051A3-E54A-427E-BE1E-4074EA64A768}"/>
              </a:ext>
            </a:extLst>
          </p:cNvPr>
          <p:cNvSpPr/>
          <p:nvPr/>
        </p:nvSpPr>
        <p:spPr>
          <a:xfrm>
            <a:off x="5727642" y="227582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6212A879-4F04-4435-873C-0E5ED0A41719}"/>
              </a:ext>
            </a:extLst>
          </p:cNvPr>
          <p:cNvSpPr/>
          <p:nvPr/>
        </p:nvSpPr>
        <p:spPr>
          <a:xfrm>
            <a:off x="5900362" y="227582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6212B8C-BA40-4AC3-B047-F8F4D51F44A8}"/>
              </a:ext>
            </a:extLst>
          </p:cNvPr>
          <p:cNvSpPr/>
          <p:nvPr/>
        </p:nvSpPr>
        <p:spPr>
          <a:xfrm>
            <a:off x="6166594" y="227582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78C8313-CCC1-4BE9-8470-2293441F9AC2}"/>
              </a:ext>
            </a:extLst>
          </p:cNvPr>
          <p:cNvSpPr/>
          <p:nvPr/>
        </p:nvSpPr>
        <p:spPr>
          <a:xfrm>
            <a:off x="6339314" y="227582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34B8D81-22B6-45AC-921C-6080FABE219A}"/>
              </a:ext>
            </a:extLst>
          </p:cNvPr>
          <p:cNvSpPr/>
          <p:nvPr/>
        </p:nvSpPr>
        <p:spPr>
          <a:xfrm>
            <a:off x="6575066" y="227582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3BB5B2DE-6579-4675-BF83-0615838ACA1B}"/>
              </a:ext>
            </a:extLst>
          </p:cNvPr>
          <p:cNvSpPr/>
          <p:nvPr/>
        </p:nvSpPr>
        <p:spPr>
          <a:xfrm>
            <a:off x="6747786" y="227582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75BBE8A-F8BC-4D8F-9840-2E6C2221A0ED}"/>
              </a:ext>
            </a:extLst>
          </p:cNvPr>
          <p:cNvSpPr/>
          <p:nvPr/>
        </p:nvSpPr>
        <p:spPr>
          <a:xfrm>
            <a:off x="7003858" y="227582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3F6EBC9A-03B3-4DF2-BAB8-C05A75527636}"/>
              </a:ext>
            </a:extLst>
          </p:cNvPr>
          <p:cNvSpPr/>
          <p:nvPr/>
        </p:nvSpPr>
        <p:spPr>
          <a:xfrm>
            <a:off x="7176578" y="227582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BD0A6A4-C999-4E35-AFB3-70BB3A206185}"/>
              </a:ext>
            </a:extLst>
          </p:cNvPr>
          <p:cNvSpPr/>
          <p:nvPr/>
        </p:nvSpPr>
        <p:spPr>
          <a:xfrm>
            <a:off x="5723698" y="25196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994A99CA-25C1-44E4-8AF9-972E8309EABC}"/>
              </a:ext>
            </a:extLst>
          </p:cNvPr>
          <p:cNvSpPr/>
          <p:nvPr/>
        </p:nvSpPr>
        <p:spPr>
          <a:xfrm>
            <a:off x="5896418" y="25196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965EC37E-32B8-4E77-9F2E-FD7A7E65E3C0}"/>
              </a:ext>
            </a:extLst>
          </p:cNvPr>
          <p:cNvSpPr/>
          <p:nvPr/>
        </p:nvSpPr>
        <p:spPr>
          <a:xfrm>
            <a:off x="6162650" y="25196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DBCDEFE7-12CF-427D-A068-C60589657E7E}"/>
              </a:ext>
            </a:extLst>
          </p:cNvPr>
          <p:cNvSpPr/>
          <p:nvPr/>
        </p:nvSpPr>
        <p:spPr>
          <a:xfrm>
            <a:off x="6335370" y="25196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6753CF8D-6146-469C-B692-0876A47C76AD}"/>
              </a:ext>
            </a:extLst>
          </p:cNvPr>
          <p:cNvSpPr/>
          <p:nvPr/>
        </p:nvSpPr>
        <p:spPr>
          <a:xfrm>
            <a:off x="6571122" y="25196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C42FA184-9906-4A92-92DF-F379D63B4D7E}"/>
              </a:ext>
            </a:extLst>
          </p:cNvPr>
          <p:cNvSpPr/>
          <p:nvPr/>
        </p:nvSpPr>
        <p:spPr>
          <a:xfrm>
            <a:off x="6743842" y="25196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53E121C-7D0E-4705-9519-A1CE0979567A}"/>
              </a:ext>
            </a:extLst>
          </p:cNvPr>
          <p:cNvSpPr/>
          <p:nvPr/>
        </p:nvSpPr>
        <p:spPr>
          <a:xfrm>
            <a:off x="6999914" y="25196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07C57E15-D9C2-4ECD-A31F-6B55B19548AB}"/>
              </a:ext>
            </a:extLst>
          </p:cNvPr>
          <p:cNvSpPr/>
          <p:nvPr/>
        </p:nvSpPr>
        <p:spPr>
          <a:xfrm>
            <a:off x="7172634" y="25196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5A5275DC-3D30-4F2B-BC6E-4CA075A7F701}"/>
              </a:ext>
            </a:extLst>
          </p:cNvPr>
          <p:cNvSpPr/>
          <p:nvPr/>
        </p:nvSpPr>
        <p:spPr>
          <a:xfrm>
            <a:off x="5729914" y="27533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5B53C47-17EE-4474-9139-06B6CE1FBE09}"/>
              </a:ext>
            </a:extLst>
          </p:cNvPr>
          <p:cNvSpPr/>
          <p:nvPr/>
        </p:nvSpPr>
        <p:spPr>
          <a:xfrm>
            <a:off x="5902634" y="27533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9CE249F0-2569-4970-99FE-8D0E419F3176}"/>
              </a:ext>
            </a:extLst>
          </p:cNvPr>
          <p:cNvSpPr/>
          <p:nvPr/>
        </p:nvSpPr>
        <p:spPr>
          <a:xfrm>
            <a:off x="6168866" y="27533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347E9E25-75A5-4AD3-B095-774857474033}"/>
              </a:ext>
            </a:extLst>
          </p:cNvPr>
          <p:cNvSpPr/>
          <p:nvPr/>
        </p:nvSpPr>
        <p:spPr>
          <a:xfrm>
            <a:off x="6341586" y="275336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415974B8-87D7-4211-8DBF-9C4FC0D3022E}"/>
              </a:ext>
            </a:extLst>
          </p:cNvPr>
          <p:cNvSpPr/>
          <p:nvPr/>
        </p:nvSpPr>
        <p:spPr>
          <a:xfrm>
            <a:off x="6577338" y="27533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6A4D395A-CD1F-4573-BF47-8577117C5924}"/>
              </a:ext>
            </a:extLst>
          </p:cNvPr>
          <p:cNvSpPr/>
          <p:nvPr/>
        </p:nvSpPr>
        <p:spPr>
          <a:xfrm>
            <a:off x="6750058" y="27533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30EF899-081E-4CA2-BA3A-63C1CA95EF85}"/>
              </a:ext>
            </a:extLst>
          </p:cNvPr>
          <p:cNvSpPr/>
          <p:nvPr/>
        </p:nvSpPr>
        <p:spPr>
          <a:xfrm>
            <a:off x="7006130" y="27533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84B32D74-8F67-4294-AA36-82747C4F1751}"/>
              </a:ext>
            </a:extLst>
          </p:cNvPr>
          <p:cNvSpPr/>
          <p:nvPr/>
        </p:nvSpPr>
        <p:spPr>
          <a:xfrm>
            <a:off x="7178850" y="275336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B495DAB1-221C-405A-A655-CEA93EAE66FC}"/>
              </a:ext>
            </a:extLst>
          </p:cNvPr>
          <p:cNvSpPr/>
          <p:nvPr/>
        </p:nvSpPr>
        <p:spPr>
          <a:xfrm>
            <a:off x="5725970" y="29972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5741909B-610A-4E54-B137-6B3593B1164C}"/>
              </a:ext>
            </a:extLst>
          </p:cNvPr>
          <p:cNvSpPr/>
          <p:nvPr/>
        </p:nvSpPr>
        <p:spPr>
          <a:xfrm>
            <a:off x="5898690" y="29972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C7661C7C-2F08-4460-8213-F1A3ABBAFC6A}"/>
              </a:ext>
            </a:extLst>
          </p:cNvPr>
          <p:cNvSpPr/>
          <p:nvPr/>
        </p:nvSpPr>
        <p:spPr>
          <a:xfrm>
            <a:off x="6164922" y="29972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5F393BD8-2F6F-4FCB-A34F-A90521B23288}"/>
              </a:ext>
            </a:extLst>
          </p:cNvPr>
          <p:cNvSpPr/>
          <p:nvPr/>
        </p:nvSpPr>
        <p:spPr>
          <a:xfrm>
            <a:off x="6337642" y="299720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DE4B038-BA9C-4A6C-9A46-ACFD279E0E51}"/>
              </a:ext>
            </a:extLst>
          </p:cNvPr>
          <p:cNvSpPr/>
          <p:nvPr/>
        </p:nvSpPr>
        <p:spPr>
          <a:xfrm>
            <a:off x="6573394" y="29972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8BC51DA1-BA6E-49CD-8E58-160FA2375B1F}"/>
              </a:ext>
            </a:extLst>
          </p:cNvPr>
          <p:cNvSpPr/>
          <p:nvPr/>
        </p:nvSpPr>
        <p:spPr>
          <a:xfrm>
            <a:off x="6746114" y="29972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839B9676-6207-4C7E-BD00-4B9C57530B28}"/>
              </a:ext>
            </a:extLst>
          </p:cNvPr>
          <p:cNvSpPr/>
          <p:nvPr/>
        </p:nvSpPr>
        <p:spPr>
          <a:xfrm>
            <a:off x="7002186" y="29972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73F85629-9E0E-472A-9425-48B7B3775834}"/>
              </a:ext>
            </a:extLst>
          </p:cNvPr>
          <p:cNvSpPr/>
          <p:nvPr/>
        </p:nvSpPr>
        <p:spPr>
          <a:xfrm>
            <a:off x="7174906" y="299720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8C0EE63A-10B2-477B-B0FC-7DCDBB38EB25}"/>
              </a:ext>
            </a:extLst>
          </p:cNvPr>
          <p:cNvSpPr/>
          <p:nvPr/>
        </p:nvSpPr>
        <p:spPr>
          <a:xfrm>
            <a:off x="5723698" y="32207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31938CA7-F1F5-4BFB-9D15-65880582405E}"/>
              </a:ext>
            </a:extLst>
          </p:cNvPr>
          <p:cNvSpPr/>
          <p:nvPr/>
        </p:nvSpPr>
        <p:spPr>
          <a:xfrm>
            <a:off x="5896418" y="32207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EF81AE3D-F738-465D-864E-0CD61A35E851}"/>
              </a:ext>
            </a:extLst>
          </p:cNvPr>
          <p:cNvSpPr/>
          <p:nvPr/>
        </p:nvSpPr>
        <p:spPr>
          <a:xfrm>
            <a:off x="6162650" y="32207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A275EF33-2123-4F0C-9ABF-CFBAB4E2C1A0}"/>
              </a:ext>
            </a:extLst>
          </p:cNvPr>
          <p:cNvSpPr/>
          <p:nvPr/>
        </p:nvSpPr>
        <p:spPr>
          <a:xfrm>
            <a:off x="6335370" y="3220740"/>
            <a:ext cx="142240" cy="142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5CE566D-E209-4280-A74C-DA6EE226D254}"/>
              </a:ext>
            </a:extLst>
          </p:cNvPr>
          <p:cNvSpPr/>
          <p:nvPr/>
        </p:nvSpPr>
        <p:spPr>
          <a:xfrm>
            <a:off x="6571122" y="32207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725067F9-C8CB-49E6-8FD5-2276AECADAF0}"/>
              </a:ext>
            </a:extLst>
          </p:cNvPr>
          <p:cNvSpPr/>
          <p:nvPr/>
        </p:nvSpPr>
        <p:spPr>
          <a:xfrm>
            <a:off x="6743842" y="32207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1B1B2669-3455-4D9B-8F60-05DF3B2D9327}"/>
              </a:ext>
            </a:extLst>
          </p:cNvPr>
          <p:cNvSpPr/>
          <p:nvPr/>
        </p:nvSpPr>
        <p:spPr>
          <a:xfrm>
            <a:off x="6999914" y="32207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59F966DD-3C1F-464D-930D-B60908D8ECC9}"/>
              </a:ext>
            </a:extLst>
          </p:cNvPr>
          <p:cNvSpPr/>
          <p:nvPr/>
        </p:nvSpPr>
        <p:spPr>
          <a:xfrm>
            <a:off x="7172634" y="3220740"/>
            <a:ext cx="142240" cy="1422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70F6FD8E-D177-461C-A1E2-D09FB55777E3}"/>
              </a:ext>
            </a:extLst>
          </p:cNvPr>
          <p:cNvSpPr/>
          <p:nvPr/>
        </p:nvSpPr>
        <p:spPr>
          <a:xfrm>
            <a:off x="5727642" y="43280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9826389-21F5-4FB1-9124-9285D7CDC88E}"/>
              </a:ext>
            </a:extLst>
          </p:cNvPr>
          <p:cNvSpPr/>
          <p:nvPr/>
        </p:nvSpPr>
        <p:spPr>
          <a:xfrm>
            <a:off x="5900362" y="43280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2457F22C-2301-42A1-A631-D3384F3374C1}"/>
              </a:ext>
            </a:extLst>
          </p:cNvPr>
          <p:cNvSpPr/>
          <p:nvPr/>
        </p:nvSpPr>
        <p:spPr>
          <a:xfrm>
            <a:off x="6166594" y="43280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A6B49C1C-DAF3-4C0F-92F2-E12C847B17C1}"/>
              </a:ext>
            </a:extLst>
          </p:cNvPr>
          <p:cNvSpPr/>
          <p:nvPr/>
        </p:nvSpPr>
        <p:spPr>
          <a:xfrm>
            <a:off x="6339314" y="432808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4256A07F-33AA-425C-847A-0D959F30B571}"/>
              </a:ext>
            </a:extLst>
          </p:cNvPr>
          <p:cNvSpPr/>
          <p:nvPr/>
        </p:nvSpPr>
        <p:spPr>
          <a:xfrm>
            <a:off x="6575066" y="43280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C6A80E4F-D8E7-4A26-9CDD-71DC694C064E}"/>
              </a:ext>
            </a:extLst>
          </p:cNvPr>
          <p:cNvSpPr/>
          <p:nvPr/>
        </p:nvSpPr>
        <p:spPr>
          <a:xfrm>
            <a:off x="6747786" y="43280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CAAD0E20-AAE5-459C-9C7F-E4719806D797}"/>
              </a:ext>
            </a:extLst>
          </p:cNvPr>
          <p:cNvSpPr/>
          <p:nvPr/>
        </p:nvSpPr>
        <p:spPr>
          <a:xfrm>
            <a:off x="7003858" y="43280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F920AAB-994B-4F9A-A871-FE9F6A97B47D}"/>
              </a:ext>
            </a:extLst>
          </p:cNvPr>
          <p:cNvSpPr/>
          <p:nvPr/>
        </p:nvSpPr>
        <p:spPr>
          <a:xfrm>
            <a:off x="7176578" y="432808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7C16CF79-880D-4510-BC09-717FE0D760C0}"/>
              </a:ext>
            </a:extLst>
          </p:cNvPr>
          <p:cNvSpPr/>
          <p:nvPr/>
        </p:nvSpPr>
        <p:spPr>
          <a:xfrm>
            <a:off x="5723698" y="45719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8C2AC0-A34F-4666-BAF7-D23863EFE354}"/>
              </a:ext>
            </a:extLst>
          </p:cNvPr>
          <p:cNvSpPr/>
          <p:nvPr/>
        </p:nvSpPr>
        <p:spPr>
          <a:xfrm>
            <a:off x="5896418" y="45719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9961DDE-846A-40BA-BFEA-611E4044B624}"/>
              </a:ext>
            </a:extLst>
          </p:cNvPr>
          <p:cNvSpPr/>
          <p:nvPr/>
        </p:nvSpPr>
        <p:spPr>
          <a:xfrm>
            <a:off x="6162650" y="45719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BB817AF3-0DAF-4BFD-BA93-B9AAD3B4F318}"/>
              </a:ext>
            </a:extLst>
          </p:cNvPr>
          <p:cNvSpPr/>
          <p:nvPr/>
        </p:nvSpPr>
        <p:spPr>
          <a:xfrm>
            <a:off x="6335370" y="45719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765C4BB-4F35-4F07-99EA-638ACADF0D5A}"/>
              </a:ext>
            </a:extLst>
          </p:cNvPr>
          <p:cNvSpPr/>
          <p:nvPr/>
        </p:nvSpPr>
        <p:spPr>
          <a:xfrm>
            <a:off x="6571122" y="45719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5EE9E2CC-8AA9-4B39-92E8-F13F56855488}"/>
              </a:ext>
            </a:extLst>
          </p:cNvPr>
          <p:cNvSpPr/>
          <p:nvPr/>
        </p:nvSpPr>
        <p:spPr>
          <a:xfrm>
            <a:off x="6743842" y="45719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96B5572-BF5F-4AD4-B9C3-494F5C6B9375}"/>
              </a:ext>
            </a:extLst>
          </p:cNvPr>
          <p:cNvSpPr/>
          <p:nvPr/>
        </p:nvSpPr>
        <p:spPr>
          <a:xfrm>
            <a:off x="6999914" y="45719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B4F80AA8-EE26-4380-86AE-4ABE1876CBCB}"/>
              </a:ext>
            </a:extLst>
          </p:cNvPr>
          <p:cNvSpPr/>
          <p:nvPr/>
        </p:nvSpPr>
        <p:spPr>
          <a:xfrm>
            <a:off x="7172634" y="45719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C53C94B-DA87-489A-80A1-74E978B36F9E}"/>
              </a:ext>
            </a:extLst>
          </p:cNvPr>
          <p:cNvSpPr/>
          <p:nvPr/>
        </p:nvSpPr>
        <p:spPr>
          <a:xfrm>
            <a:off x="5729914" y="48056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33CA5C47-5C24-410C-A40C-644ADB5F5DEA}"/>
              </a:ext>
            </a:extLst>
          </p:cNvPr>
          <p:cNvSpPr/>
          <p:nvPr/>
        </p:nvSpPr>
        <p:spPr>
          <a:xfrm>
            <a:off x="5902634" y="48056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7482FDE5-1BA7-4EB7-8108-5D920454B019}"/>
              </a:ext>
            </a:extLst>
          </p:cNvPr>
          <p:cNvSpPr/>
          <p:nvPr/>
        </p:nvSpPr>
        <p:spPr>
          <a:xfrm>
            <a:off x="6168866" y="48056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16D2880E-AB38-49AD-99CA-DC101DF2A624}"/>
              </a:ext>
            </a:extLst>
          </p:cNvPr>
          <p:cNvSpPr/>
          <p:nvPr/>
        </p:nvSpPr>
        <p:spPr>
          <a:xfrm>
            <a:off x="6341586" y="480562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83F8E05D-4D35-4861-BA89-D610BCD384F5}"/>
              </a:ext>
            </a:extLst>
          </p:cNvPr>
          <p:cNvSpPr/>
          <p:nvPr/>
        </p:nvSpPr>
        <p:spPr>
          <a:xfrm>
            <a:off x="6577338" y="48056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5D6931F6-72EB-462E-AC2F-86A54F69B19D}"/>
              </a:ext>
            </a:extLst>
          </p:cNvPr>
          <p:cNvSpPr/>
          <p:nvPr/>
        </p:nvSpPr>
        <p:spPr>
          <a:xfrm>
            <a:off x="6750058" y="48056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9477E5AC-D9C8-4553-9170-90AE235151D4}"/>
              </a:ext>
            </a:extLst>
          </p:cNvPr>
          <p:cNvSpPr/>
          <p:nvPr/>
        </p:nvSpPr>
        <p:spPr>
          <a:xfrm>
            <a:off x="7006130" y="48056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AD2DC4D3-0FD9-487E-95F1-9A7160C92846}"/>
              </a:ext>
            </a:extLst>
          </p:cNvPr>
          <p:cNvSpPr/>
          <p:nvPr/>
        </p:nvSpPr>
        <p:spPr>
          <a:xfrm>
            <a:off x="7178850" y="480562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4447F54D-ED52-483C-BC2D-1E891F153A55}"/>
              </a:ext>
            </a:extLst>
          </p:cNvPr>
          <p:cNvSpPr/>
          <p:nvPr/>
        </p:nvSpPr>
        <p:spPr>
          <a:xfrm>
            <a:off x="5725970" y="50494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8AC37409-C1FF-4D1D-AC58-BF100563A580}"/>
              </a:ext>
            </a:extLst>
          </p:cNvPr>
          <p:cNvSpPr/>
          <p:nvPr/>
        </p:nvSpPr>
        <p:spPr>
          <a:xfrm>
            <a:off x="5898690" y="50494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48595B35-45C3-4F25-9ACA-1295866031F6}"/>
              </a:ext>
            </a:extLst>
          </p:cNvPr>
          <p:cNvSpPr/>
          <p:nvPr/>
        </p:nvSpPr>
        <p:spPr>
          <a:xfrm>
            <a:off x="6164922" y="50494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884AB82-FD28-47D9-B119-A1F041605267}"/>
              </a:ext>
            </a:extLst>
          </p:cNvPr>
          <p:cNvSpPr/>
          <p:nvPr/>
        </p:nvSpPr>
        <p:spPr>
          <a:xfrm>
            <a:off x="6337642" y="504946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2D8DECD8-7AF5-4BF0-8D05-01FF1C2EBDA8}"/>
              </a:ext>
            </a:extLst>
          </p:cNvPr>
          <p:cNvSpPr/>
          <p:nvPr/>
        </p:nvSpPr>
        <p:spPr>
          <a:xfrm>
            <a:off x="6573394" y="50494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BC565096-6553-45E1-BED5-E4B38EDF8B9D}"/>
              </a:ext>
            </a:extLst>
          </p:cNvPr>
          <p:cNvSpPr/>
          <p:nvPr/>
        </p:nvSpPr>
        <p:spPr>
          <a:xfrm>
            <a:off x="6746114" y="50494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E023BF19-2E11-4EDF-BE99-E407C969AE4D}"/>
              </a:ext>
            </a:extLst>
          </p:cNvPr>
          <p:cNvSpPr/>
          <p:nvPr/>
        </p:nvSpPr>
        <p:spPr>
          <a:xfrm>
            <a:off x="7002186" y="50494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E0928D0D-9D65-41EC-84C2-C1CEFAC92414}"/>
              </a:ext>
            </a:extLst>
          </p:cNvPr>
          <p:cNvSpPr/>
          <p:nvPr/>
        </p:nvSpPr>
        <p:spPr>
          <a:xfrm>
            <a:off x="7174906" y="504946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F0D5997-1D4E-4813-9AB4-DFC82054941F}"/>
              </a:ext>
            </a:extLst>
          </p:cNvPr>
          <p:cNvSpPr/>
          <p:nvPr/>
        </p:nvSpPr>
        <p:spPr>
          <a:xfrm>
            <a:off x="5723698" y="52730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2373ECB1-10D5-4455-AC8F-7EEEB40C918C}"/>
              </a:ext>
            </a:extLst>
          </p:cNvPr>
          <p:cNvSpPr/>
          <p:nvPr/>
        </p:nvSpPr>
        <p:spPr>
          <a:xfrm>
            <a:off x="5896418" y="52730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80C302C-9D25-4192-B212-673750247A53}"/>
              </a:ext>
            </a:extLst>
          </p:cNvPr>
          <p:cNvSpPr/>
          <p:nvPr/>
        </p:nvSpPr>
        <p:spPr>
          <a:xfrm>
            <a:off x="6162650" y="52730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E324868E-B560-4809-A224-F2D72617467F}"/>
              </a:ext>
            </a:extLst>
          </p:cNvPr>
          <p:cNvSpPr/>
          <p:nvPr/>
        </p:nvSpPr>
        <p:spPr>
          <a:xfrm>
            <a:off x="6335370" y="5273002"/>
            <a:ext cx="142240" cy="142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2B50AA48-EEB5-4069-AF1B-531CDB0F9C93}"/>
              </a:ext>
            </a:extLst>
          </p:cNvPr>
          <p:cNvSpPr/>
          <p:nvPr/>
        </p:nvSpPr>
        <p:spPr>
          <a:xfrm>
            <a:off x="6571122" y="52730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7316A8ED-A6EC-444F-A63D-1653406CD1D1}"/>
              </a:ext>
            </a:extLst>
          </p:cNvPr>
          <p:cNvSpPr/>
          <p:nvPr/>
        </p:nvSpPr>
        <p:spPr>
          <a:xfrm>
            <a:off x="6743842" y="52730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8E2D0583-B000-4E94-A2A6-AD7CC4DCE0A3}"/>
              </a:ext>
            </a:extLst>
          </p:cNvPr>
          <p:cNvSpPr/>
          <p:nvPr/>
        </p:nvSpPr>
        <p:spPr>
          <a:xfrm>
            <a:off x="6999914" y="52730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88C11ADA-B75E-4259-9345-E5E8C64469EA}"/>
              </a:ext>
            </a:extLst>
          </p:cNvPr>
          <p:cNvSpPr/>
          <p:nvPr/>
        </p:nvSpPr>
        <p:spPr>
          <a:xfrm>
            <a:off x="7172634" y="5273002"/>
            <a:ext cx="142240" cy="14224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/>
              <p:nvPr/>
            </p:nvSpPr>
            <p:spPr>
              <a:xfrm>
                <a:off x="5734149" y="3403827"/>
                <a:ext cx="3031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3C80B3C4-261B-4B4E-92B1-F6E676BF9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3403827"/>
                <a:ext cx="303160" cy="276999"/>
              </a:xfrm>
              <a:prstGeom prst="rect">
                <a:avLst/>
              </a:prstGeom>
              <a:blipFill>
                <a:blip r:embed="rId14"/>
                <a:stretch>
                  <a:fillRect l="-18367" r="-816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/>
              <p:nvPr/>
            </p:nvSpPr>
            <p:spPr>
              <a:xfrm>
                <a:off x="6172582" y="3413987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96AF6D7F-7609-4937-B03C-AABA9892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3413987"/>
                <a:ext cx="308481" cy="276999"/>
              </a:xfrm>
              <a:prstGeom prst="rect">
                <a:avLst/>
              </a:prstGeom>
              <a:blipFill>
                <a:blip r:embed="rId15"/>
                <a:stretch>
                  <a:fillRect l="-18000" r="-8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/>
              <p:nvPr/>
            </p:nvSpPr>
            <p:spPr>
              <a:xfrm>
                <a:off x="6608249" y="3414086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7303996-A715-47E1-8BBF-FF2262F8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3414086"/>
                <a:ext cx="308481" cy="276999"/>
              </a:xfrm>
              <a:prstGeom prst="rect">
                <a:avLst/>
              </a:prstGeom>
              <a:blipFill>
                <a:blip r:embed="rId16"/>
                <a:stretch>
                  <a:fillRect l="-15686" r="-784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/>
              <p:nvPr/>
            </p:nvSpPr>
            <p:spPr>
              <a:xfrm>
                <a:off x="7046682" y="3424246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010AA38A-068C-4C95-A250-BE8475DE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3424246"/>
                <a:ext cx="308481" cy="276999"/>
              </a:xfrm>
              <a:prstGeom prst="rect">
                <a:avLst/>
              </a:prstGeom>
              <a:blipFill>
                <a:blip r:embed="rId17"/>
                <a:stretch>
                  <a:fillRect l="-17647" r="-588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TextBox 326">
            <a:extLst>
              <a:ext uri="{FF2B5EF4-FFF2-40B4-BE49-F238E27FC236}">
                <a16:creationId xmlns:a16="http://schemas.microsoft.com/office/drawing/2014/main" id="{183BE85D-4FC4-4F58-B5D6-A310D410D405}"/>
              </a:ext>
            </a:extLst>
          </p:cNvPr>
          <p:cNvSpPr txBox="1"/>
          <p:nvPr/>
        </p:nvSpPr>
        <p:spPr>
          <a:xfrm>
            <a:off x="5629316" y="364510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D6914A2A-C844-4316-843A-170325ABA0A4}"/>
              </a:ext>
            </a:extLst>
          </p:cNvPr>
          <p:cNvSpPr txBox="1"/>
          <p:nvPr/>
        </p:nvSpPr>
        <p:spPr>
          <a:xfrm>
            <a:off x="6086516" y="3645107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6B2C00C3-C1F0-4027-AE44-D7FD61EFB3A5}"/>
              </a:ext>
            </a:extLst>
          </p:cNvPr>
          <p:cNvSpPr txBox="1"/>
          <p:nvPr/>
        </p:nvSpPr>
        <p:spPr>
          <a:xfrm>
            <a:off x="6504968" y="364373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D434656-0D82-4F81-8B95-9EDAEF10CD11}"/>
              </a:ext>
            </a:extLst>
          </p:cNvPr>
          <p:cNvSpPr txBox="1"/>
          <p:nvPr/>
        </p:nvSpPr>
        <p:spPr>
          <a:xfrm>
            <a:off x="6924008" y="363177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/>
              <p:nvPr/>
            </p:nvSpPr>
            <p:spPr>
              <a:xfrm>
                <a:off x="5734149" y="5448660"/>
                <a:ext cx="273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2E5DD32-0CE0-4B8D-8225-B21C090D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5448660"/>
                <a:ext cx="273344" cy="276999"/>
              </a:xfrm>
              <a:prstGeom prst="rect">
                <a:avLst/>
              </a:prstGeom>
              <a:blipFill>
                <a:blip r:embed="rId18"/>
                <a:stretch>
                  <a:fillRect l="-20455" r="-9091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/>
              <p:nvPr/>
            </p:nvSpPr>
            <p:spPr>
              <a:xfrm>
                <a:off x="6172582" y="5458820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F3C1F62-2617-4CA8-9BD4-4657E513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582" y="5458820"/>
                <a:ext cx="278666" cy="276999"/>
              </a:xfrm>
              <a:prstGeom prst="rect">
                <a:avLst/>
              </a:prstGeom>
              <a:blipFill>
                <a:blip r:embed="rId19"/>
                <a:stretch>
                  <a:fillRect l="-20000" r="-8889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/>
              <p:nvPr/>
            </p:nvSpPr>
            <p:spPr>
              <a:xfrm>
                <a:off x="6608249" y="5458919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0EFF6CB7-A446-4027-87F5-6488B2F5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49" y="5458919"/>
                <a:ext cx="278666" cy="276999"/>
              </a:xfrm>
              <a:prstGeom prst="rect">
                <a:avLst/>
              </a:prstGeom>
              <a:blipFill>
                <a:blip r:embed="rId20"/>
                <a:stretch>
                  <a:fillRect l="-17391" r="-869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/>
              <p:nvPr/>
            </p:nvSpPr>
            <p:spPr>
              <a:xfrm>
                <a:off x="7046682" y="5469079"/>
                <a:ext cx="2687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EA16578-7B59-43DC-B41A-A1D5B5742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82" y="5469079"/>
                <a:ext cx="268792" cy="276999"/>
              </a:xfrm>
              <a:prstGeom prst="rect">
                <a:avLst/>
              </a:prstGeom>
              <a:blipFill>
                <a:blip r:embed="rId21"/>
                <a:stretch>
                  <a:fillRect l="-20455" r="-681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extBox 334">
            <a:extLst>
              <a:ext uri="{FF2B5EF4-FFF2-40B4-BE49-F238E27FC236}">
                <a16:creationId xmlns:a16="http://schemas.microsoft.com/office/drawing/2014/main" id="{DFD9EC2E-88FA-426F-9895-2C444F931283}"/>
              </a:ext>
            </a:extLst>
          </p:cNvPr>
          <p:cNvSpPr txBox="1"/>
          <p:nvPr/>
        </p:nvSpPr>
        <p:spPr>
          <a:xfrm>
            <a:off x="5629316" y="568994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1EB0C3F3-796E-4827-8C29-D3FF82CD9B37}"/>
              </a:ext>
            </a:extLst>
          </p:cNvPr>
          <p:cNvSpPr txBox="1"/>
          <p:nvPr/>
        </p:nvSpPr>
        <p:spPr>
          <a:xfrm>
            <a:off x="6086516" y="568994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F90BAF39-B3C5-4550-812B-FB5BF789AA17}"/>
              </a:ext>
            </a:extLst>
          </p:cNvPr>
          <p:cNvSpPr txBox="1"/>
          <p:nvPr/>
        </p:nvSpPr>
        <p:spPr>
          <a:xfrm>
            <a:off x="6504968" y="5688572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8E1E440-CD8A-4B29-9A7B-25D3FF107102}"/>
              </a:ext>
            </a:extLst>
          </p:cNvPr>
          <p:cNvSpPr txBox="1"/>
          <p:nvPr/>
        </p:nvSpPr>
        <p:spPr>
          <a:xfrm>
            <a:off x="6924008" y="5676608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(5,2)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47F4FA2-93F0-44FD-94A7-E5E87AF49856}"/>
                  </a:ext>
                </a:extLst>
              </p:cNvPr>
              <p:cNvSpPr txBox="1"/>
              <p:nvPr/>
            </p:nvSpPr>
            <p:spPr>
              <a:xfrm>
                <a:off x="7731877" y="5458820"/>
                <a:ext cx="42729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000" b="0" dirty="0"/>
                  <a:t>KV cache size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∗2∗2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47F4FA2-93F0-44FD-94A7-E5E87AF49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877" y="5458820"/>
                <a:ext cx="4272965" cy="307777"/>
              </a:xfrm>
              <a:prstGeom prst="rect">
                <a:avLst/>
              </a:prstGeom>
              <a:blipFill>
                <a:blip r:embed="rId22"/>
                <a:stretch>
                  <a:fillRect l="-3566" t="-23529" r="-1141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7FD740F0-6101-441F-B776-BC3ECCFDBD21}"/>
                  </a:ext>
                </a:extLst>
              </p:cNvPr>
              <p:cNvSpPr txBox="1"/>
              <p:nvPr/>
            </p:nvSpPr>
            <p:spPr>
              <a:xfrm>
                <a:off x="3354501" y="979972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7FD740F0-6101-441F-B776-BC3ECCFDB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501" y="979972"/>
                <a:ext cx="287963" cy="276999"/>
              </a:xfrm>
              <a:prstGeom prst="rect">
                <a:avLst/>
              </a:prstGeom>
              <a:blipFill>
                <a:blip r:embed="rId23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5F8F149B-85DB-4C95-A521-1DBF30181FB9}"/>
                  </a:ext>
                </a:extLst>
              </p:cNvPr>
              <p:cNvSpPr txBox="1"/>
              <p:nvPr/>
            </p:nvSpPr>
            <p:spPr>
              <a:xfrm>
                <a:off x="3790981" y="1000105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5F8F149B-85DB-4C95-A521-1DBF30181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81" y="1000105"/>
                <a:ext cx="293285" cy="276999"/>
              </a:xfrm>
              <a:prstGeom prst="rect">
                <a:avLst/>
              </a:prstGeom>
              <a:blipFill>
                <a:blip r:embed="rId24"/>
                <a:stretch>
                  <a:fillRect l="-18750" r="-625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52F7FF05-0B14-4C7D-AF0E-AE92B2895DE2}"/>
                  </a:ext>
                </a:extLst>
              </p:cNvPr>
              <p:cNvSpPr txBox="1"/>
              <p:nvPr/>
            </p:nvSpPr>
            <p:spPr>
              <a:xfrm>
                <a:off x="4187800" y="1010265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52F7FF05-0B14-4C7D-AF0E-AE92B2895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800" y="1010265"/>
                <a:ext cx="293285" cy="276999"/>
              </a:xfrm>
              <a:prstGeom prst="rect">
                <a:avLst/>
              </a:prstGeom>
              <a:blipFill>
                <a:blip r:embed="rId25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CA1FEF2-4E1E-49D0-A9B3-FCBFC3DDFA41}"/>
                  </a:ext>
                </a:extLst>
              </p:cNvPr>
              <p:cNvSpPr txBox="1"/>
              <p:nvPr/>
            </p:nvSpPr>
            <p:spPr>
              <a:xfrm>
                <a:off x="4615235" y="1020024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CA1FEF2-4E1E-49D0-A9B3-FCBFC3DDF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235" y="1020024"/>
                <a:ext cx="293285" cy="276999"/>
              </a:xfrm>
              <a:prstGeom prst="rect">
                <a:avLst/>
              </a:prstGeom>
              <a:blipFill>
                <a:blip r:embed="rId26"/>
                <a:stretch>
                  <a:fillRect l="-18750" r="-833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07C13C8C-EA28-40FB-A767-8E33D43F3EDA}"/>
              </a:ext>
            </a:extLst>
          </p:cNvPr>
          <p:cNvSpPr/>
          <p:nvPr/>
        </p:nvSpPr>
        <p:spPr>
          <a:xfrm rot="16200000">
            <a:off x="3563605" y="1283960"/>
            <a:ext cx="270250" cy="7880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3" name="Right Brace 342">
            <a:extLst>
              <a:ext uri="{FF2B5EF4-FFF2-40B4-BE49-F238E27FC236}">
                <a16:creationId xmlns:a16="http://schemas.microsoft.com/office/drawing/2014/main" id="{3BA49824-D86E-4E84-8C42-87BAC4B9DEB2}"/>
              </a:ext>
            </a:extLst>
          </p:cNvPr>
          <p:cNvSpPr/>
          <p:nvPr/>
        </p:nvSpPr>
        <p:spPr>
          <a:xfrm rot="16200000">
            <a:off x="4416227" y="1282651"/>
            <a:ext cx="270250" cy="7880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625F8-A2FE-4051-A1A3-ED1D6A9F5B7E}"/>
              </a:ext>
            </a:extLst>
          </p:cNvPr>
          <p:cNvSpPr txBox="1"/>
          <p:nvPr/>
        </p:nvSpPr>
        <p:spPr>
          <a:xfrm>
            <a:off x="3334192" y="1282401"/>
            <a:ext cx="861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Group 1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0A1B458-AE7B-44F1-B95D-EADE99F2F217}"/>
              </a:ext>
            </a:extLst>
          </p:cNvPr>
          <p:cNvSpPr txBox="1"/>
          <p:nvPr/>
        </p:nvSpPr>
        <p:spPr>
          <a:xfrm>
            <a:off x="4213825" y="1278454"/>
            <a:ext cx="861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Group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9F888-28F5-4730-A060-AC9404FF4EB8}"/>
              </a:ext>
            </a:extLst>
          </p:cNvPr>
          <p:cNvSpPr txBox="1"/>
          <p:nvPr/>
        </p:nvSpPr>
        <p:spPr>
          <a:xfrm>
            <a:off x="7936643" y="2865965"/>
            <a:ext cx="264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heads are grouped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FE04B0E2-1618-4306-A618-F725FC3AEAF6}"/>
              </a:ext>
            </a:extLst>
          </p:cNvPr>
          <p:cNvSpPr txBox="1"/>
          <p:nvPr/>
        </p:nvSpPr>
        <p:spPr>
          <a:xfrm>
            <a:off x="7967621" y="3464580"/>
            <a:ext cx="377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 the heads in a group share the </a:t>
            </a:r>
          </a:p>
          <a:p>
            <a:r>
              <a:rPr lang="en-IN" dirty="0"/>
              <a:t>parameters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1B9DE045-EAE7-49EE-B911-0384D0EA8842}"/>
              </a:ext>
            </a:extLst>
          </p:cNvPr>
          <p:cNvSpPr/>
          <p:nvPr/>
        </p:nvSpPr>
        <p:spPr>
          <a:xfrm>
            <a:off x="5680116" y="2207052"/>
            <a:ext cx="415295" cy="1205230"/>
          </a:xfrm>
          <a:prstGeom prst="rect">
            <a:avLst/>
          </a:prstGeom>
          <a:solidFill>
            <a:schemeClr val="accent6">
              <a:lumMod val="50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7BDB381-40E5-4330-A450-36FE830744D7}"/>
              </a:ext>
            </a:extLst>
          </p:cNvPr>
          <p:cNvSpPr/>
          <p:nvPr/>
        </p:nvSpPr>
        <p:spPr>
          <a:xfrm>
            <a:off x="5660302" y="4274419"/>
            <a:ext cx="435109" cy="1206624"/>
          </a:xfrm>
          <a:prstGeom prst="rect">
            <a:avLst/>
          </a:prstGeom>
          <a:solidFill>
            <a:schemeClr val="accent1">
              <a:lumMod val="75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9646056-F5FF-47AB-9A47-50345EF7C839}"/>
              </a:ext>
            </a:extLst>
          </p:cNvPr>
          <p:cNvSpPr/>
          <p:nvPr/>
        </p:nvSpPr>
        <p:spPr>
          <a:xfrm>
            <a:off x="6519100" y="2200865"/>
            <a:ext cx="415295" cy="1205230"/>
          </a:xfrm>
          <a:prstGeom prst="rect">
            <a:avLst/>
          </a:prstGeom>
          <a:solidFill>
            <a:schemeClr val="accent6">
              <a:lumMod val="50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9ADD224-6667-49B9-B01B-9159EB1B248A}"/>
              </a:ext>
            </a:extLst>
          </p:cNvPr>
          <p:cNvSpPr/>
          <p:nvPr/>
        </p:nvSpPr>
        <p:spPr>
          <a:xfrm>
            <a:off x="6508158" y="4249102"/>
            <a:ext cx="435109" cy="1206624"/>
          </a:xfrm>
          <a:prstGeom prst="rect">
            <a:avLst/>
          </a:prstGeom>
          <a:solidFill>
            <a:schemeClr val="accent1">
              <a:lumMod val="75000"/>
              <a:alpha val="12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06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5" grpId="0" animBg="1"/>
      <p:bldP spid="106" grpId="0" animBg="1"/>
      <p:bldP spid="109" grpId="0" animBg="1"/>
      <p:bldP spid="110" grpId="0" animBg="1"/>
      <p:bldP spid="113" grpId="0" animBg="1"/>
      <p:bldP spid="114" grpId="0" animBg="1"/>
      <p:bldP spid="117" grpId="0" animBg="1"/>
      <p:bldP spid="118" grpId="0" animBg="1"/>
      <p:bldP spid="121" grpId="0" animBg="1"/>
      <p:bldP spid="122" grpId="0" animBg="1"/>
      <p:bldP spid="125" grpId="0" animBg="1"/>
      <p:bldP spid="126" grpId="0" animBg="1"/>
      <p:bldP spid="129" grpId="0" animBg="1"/>
      <p:bldP spid="130" grpId="0" animBg="1"/>
      <p:bldP spid="133" grpId="0" animBg="1"/>
      <p:bldP spid="134" grpId="0" animBg="1"/>
      <p:bldP spid="137" grpId="0" animBg="1"/>
      <p:bldP spid="138" grpId="0" animBg="1"/>
      <p:bldP spid="141" grpId="0" animBg="1"/>
      <p:bldP spid="142" grpId="0" animBg="1"/>
      <p:bldP spid="145" grpId="0" animBg="1"/>
      <p:bldP spid="146" grpId="0" animBg="1"/>
      <p:bldP spid="149" grpId="0" animBg="1"/>
      <p:bldP spid="150" grpId="0" animBg="1"/>
      <p:bldP spid="153" grpId="0" animBg="1"/>
      <p:bldP spid="154" grpId="0" animBg="1"/>
      <p:bldP spid="157" grpId="0" animBg="1"/>
      <p:bldP spid="158" grpId="0" animBg="1"/>
      <p:bldP spid="161" grpId="0" animBg="1"/>
      <p:bldP spid="162" grpId="0" animBg="1"/>
      <p:bldP spid="165" grpId="0" animBg="1"/>
      <p:bldP spid="166" grpId="0" animBg="1"/>
      <p:bldP spid="169" grpId="0" animBg="1"/>
      <p:bldP spid="170" grpId="0" animBg="1"/>
      <p:bldP spid="173" grpId="0" animBg="1"/>
      <p:bldP spid="174" grpId="0" animBg="1"/>
      <p:bldP spid="177" grpId="0" animBg="1"/>
      <p:bldP spid="178" grpId="0" animBg="1"/>
      <p:bldP spid="181" grpId="0" animBg="1"/>
      <p:bldP spid="182" grpId="0" animBg="1"/>
      <p:bldP spid="185" grpId="0" animBg="1"/>
      <p:bldP spid="186" grpId="0" animBg="1"/>
      <p:bldP spid="189" grpId="0" animBg="1"/>
      <p:bldP spid="190" grpId="0" animBg="1"/>
      <p:bldP spid="193" grpId="0" animBg="1"/>
      <p:bldP spid="194" grpId="0" animBg="1"/>
      <p:bldP spid="197" grpId="0" animBg="1"/>
      <p:bldP spid="198" grpId="0" animBg="1"/>
      <p:bldP spid="201" grpId="0" animBg="1"/>
      <p:bldP spid="202" grpId="0" animBg="1"/>
      <p:bldP spid="205" grpId="0" animBg="1"/>
      <p:bldP spid="206" grpId="0" animBg="1"/>
      <p:bldP spid="209" grpId="0" animBg="1"/>
      <p:bldP spid="210" grpId="0" animBg="1"/>
      <p:bldP spid="213" grpId="0" animBg="1"/>
      <p:bldP spid="214" grpId="0" animBg="1"/>
      <p:bldP spid="217" grpId="0" animBg="1"/>
      <p:bldP spid="218" grpId="0" animBg="1"/>
      <p:bldP spid="221" grpId="0" animBg="1"/>
      <p:bldP spid="222" grpId="0" animBg="1"/>
      <p:bldP spid="225" grpId="0" animBg="1"/>
      <p:bldP spid="226" grpId="0" animBg="1"/>
      <p:bldP spid="228" grpId="0"/>
      <p:bldP spid="238" grpId="0"/>
      <p:bldP spid="242" grpId="0"/>
      <p:bldP spid="349" grpId="0"/>
      <p:bldP spid="8" grpId="0"/>
      <p:bldP spid="346" grpId="0"/>
      <p:bldP spid="348" grpId="0" animBg="1"/>
      <p:bldP spid="351" grpId="0" animBg="1"/>
      <p:bldP spid="347" grpId="0" animBg="1"/>
      <p:bldP spid="35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0E1A-7AA2-4B1D-B735-35FFBE83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Query Attention (MQA)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FD6FD-02DF-4871-A9CC-9794EE0F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47F4563-61E8-4BEE-AA8D-F85C7491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28778"/>
              </p:ext>
            </p:extLst>
          </p:nvPr>
        </p:nvGraphicFramePr>
        <p:xfrm>
          <a:off x="1423650" y="2335106"/>
          <a:ext cx="9439225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715">
                  <a:extLst>
                    <a:ext uri="{9D8B030D-6E8A-4147-A177-3AD203B41FA5}">
                      <a16:colId xmlns:a16="http://schemas.microsoft.com/office/drawing/2014/main" val="2362520183"/>
                    </a:ext>
                  </a:extLst>
                </a:gridCol>
                <a:gridCol w="1918646">
                  <a:extLst>
                    <a:ext uri="{9D8B030D-6E8A-4147-A177-3AD203B41FA5}">
                      <a16:colId xmlns:a16="http://schemas.microsoft.com/office/drawing/2014/main" val="368951669"/>
                    </a:ext>
                  </a:extLst>
                </a:gridCol>
                <a:gridCol w="1971068">
                  <a:extLst>
                    <a:ext uri="{9D8B030D-6E8A-4147-A177-3AD203B41FA5}">
                      <a16:colId xmlns:a16="http://schemas.microsoft.com/office/drawing/2014/main" val="487615354"/>
                    </a:ext>
                  </a:extLst>
                </a:gridCol>
                <a:gridCol w="1659796">
                  <a:extLst>
                    <a:ext uri="{9D8B030D-6E8A-4147-A177-3AD203B41FA5}">
                      <a16:colId xmlns:a16="http://schemas.microsoft.com/office/drawing/2014/main" val="719228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Attention Mechanism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Size of 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GTP-3 (175B, l=96, n=96)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DeepSeek</a:t>
                      </a:r>
                      <a:r>
                        <a:rPr lang="en-IN" dirty="0"/>
                        <a:t> (n=128)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 Head Attention (MHA)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l*b*n*h*s*2*2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4.5 GB (96x)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400GB (128x)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55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Multi Query Attention (MHA)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l*b*h*s*2*2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 MB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3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Group Query Attention (GQA)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l*b*g*s*2*2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384 MB (8 groups)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6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0207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C312-74B4-4F7B-BE07-903E9BBC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Multi-Head Latent Attention (MLA)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C1412-0E24-412C-8EAA-DE8A2BA3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626C8-D157-42DF-ACD0-C23E4B0C8C8A}"/>
              </a:ext>
            </a:extLst>
          </p:cNvPr>
          <p:cNvSpPr txBox="1"/>
          <p:nvPr/>
        </p:nvSpPr>
        <p:spPr>
          <a:xfrm>
            <a:off x="1916321" y="846382"/>
            <a:ext cx="81521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How do we strike a trade-off between KV Cache size and </a:t>
            </a:r>
          </a:p>
          <a:p>
            <a:r>
              <a:rPr lang="en-IN" sz="2400" dirty="0"/>
              <a:t>language model performance?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217B1-815D-4CA9-B84A-07112B409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31" y="2212502"/>
            <a:ext cx="3005301" cy="2071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F6D25-FC90-47C6-B816-A7DEB7F76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067" y="2212502"/>
            <a:ext cx="3353034" cy="2316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7EE40B-BEB6-45D0-9056-39C4926C5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467" y="2212502"/>
            <a:ext cx="3244129" cy="25185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811A37-CF54-4A35-8BF5-1617362C898A}"/>
              </a:ext>
            </a:extLst>
          </p:cNvPr>
          <p:cNvSpPr txBox="1"/>
          <p:nvPr/>
        </p:nvSpPr>
        <p:spPr>
          <a:xfrm>
            <a:off x="1270000" y="4643120"/>
            <a:ext cx="148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Full Caching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11AE5-868D-4D84-B742-0902B4A556CB}"/>
              </a:ext>
            </a:extLst>
          </p:cNvPr>
          <p:cNvSpPr txBox="1"/>
          <p:nvPr/>
        </p:nvSpPr>
        <p:spPr>
          <a:xfrm>
            <a:off x="1001658" y="5091801"/>
            <a:ext cx="2291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Worst in cache size, </a:t>
            </a:r>
          </a:p>
          <a:p>
            <a:r>
              <a:rPr lang="en-IN" dirty="0">
                <a:solidFill>
                  <a:srgbClr val="009900"/>
                </a:solidFill>
              </a:rPr>
              <a:t>Best in 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E1372-9902-4EA9-AD2A-6AFAFD80D526}"/>
              </a:ext>
            </a:extLst>
          </p:cNvPr>
          <p:cNvSpPr txBox="1"/>
          <p:nvPr/>
        </p:nvSpPr>
        <p:spPr>
          <a:xfrm>
            <a:off x="9074512" y="471121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Multi 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115B2-3796-47B0-BC35-17A456296DD7}"/>
              </a:ext>
            </a:extLst>
          </p:cNvPr>
          <p:cNvSpPr txBox="1"/>
          <p:nvPr/>
        </p:nvSpPr>
        <p:spPr>
          <a:xfrm>
            <a:off x="8796231" y="5179773"/>
            <a:ext cx="2470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9900"/>
                </a:solidFill>
              </a:rPr>
              <a:t>Best in cache size, </a:t>
            </a:r>
          </a:p>
          <a:p>
            <a:r>
              <a:rPr lang="en-IN" dirty="0">
                <a:solidFill>
                  <a:srgbClr val="FF0000"/>
                </a:solidFill>
              </a:rPr>
              <a:t>Worst in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77882-4AC6-4F67-934F-BC474D204C55}"/>
              </a:ext>
            </a:extLst>
          </p:cNvPr>
          <p:cNvSpPr txBox="1"/>
          <p:nvPr/>
        </p:nvSpPr>
        <p:spPr>
          <a:xfrm>
            <a:off x="4825566" y="4731092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Group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0CB3-CB15-4CFF-8B74-8857D4015374}"/>
              </a:ext>
            </a:extLst>
          </p:cNvPr>
          <p:cNvSpPr txBox="1"/>
          <p:nvPr/>
        </p:nvSpPr>
        <p:spPr>
          <a:xfrm>
            <a:off x="4557224" y="5179773"/>
            <a:ext cx="2885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Moderate in cache size, </a:t>
            </a:r>
          </a:p>
          <a:p>
            <a:r>
              <a:rPr lang="en-IN" dirty="0"/>
              <a:t>Moderate in performance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923A9-B010-46E1-9319-F31373CA3932}"/>
              </a:ext>
            </a:extLst>
          </p:cNvPr>
          <p:cNvSpPr txBox="1"/>
          <p:nvPr/>
        </p:nvSpPr>
        <p:spPr>
          <a:xfrm>
            <a:off x="1970351" y="5873187"/>
            <a:ext cx="8953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Can we design an attention mechanism that has low cache size</a:t>
            </a:r>
          </a:p>
          <a:p>
            <a:r>
              <a:rPr lang="en-IN" sz="2400" dirty="0">
                <a:solidFill>
                  <a:srgbClr val="C00000"/>
                </a:solidFill>
              </a:rPr>
              <a:t>but has better performance?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BD9CF-9EAD-48F9-9FBC-74056ADA5991}"/>
              </a:ext>
            </a:extLst>
          </p:cNvPr>
          <p:cNvSpPr txBox="1"/>
          <p:nvPr/>
        </p:nvSpPr>
        <p:spPr>
          <a:xfrm>
            <a:off x="1229360" y="1696720"/>
            <a:ext cx="908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Expressive models tend to show better performance </a:t>
            </a:r>
            <a:r>
              <a:rPr lang="en-IN" dirty="0">
                <a:sym typeface="Wingdings" panose="05000000000000000000" pitchFamily="2" charset="2"/>
              </a:rPr>
              <a:t> Parameter sharing won’t help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13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222A-FAC4-42FB-9167-07058DF1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Multi-Head Latent Attention (MLA)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62B2C-510D-43D4-928D-3C98E220D7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What if we don’t have to cache the keys and values separately?</a:t>
                </a:r>
              </a:p>
              <a:p>
                <a:r>
                  <a:rPr lang="en-IN" dirty="0"/>
                  <a:t>Can we cache only a single matrix?</a:t>
                </a:r>
              </a:p>
              <a:p>
                <a:r>
                  <a:rPr lang="en-IN" dirty="0"/>
                  <a:t>Can this matrix be chosen to have lower dimension than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62B2C-510D-43D4-928D-3C98E220D7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AD9FB-C027-4EBD-99EE-8E2F871E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B3B114-D715-419F-A515-1931A14618B5}"/>
                  </a:ext>
                </a:extLst>
              </p:cNvPr>
              <p:cNvSpPr txBox="1"/>
              <p:nvPr/>
            </p:nvSpPr>
            <p:spPr>
              <a:xfrm>
                <a:off x="2397760" y="4800600"/>
                <a:ext cx="6731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800" b="0" dirty="0"/>
                  <a:t>KV Cache size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×2×2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B3B114-D715-419F-A515-1931A146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60" y="4800600"/>
                <a:ext cx="6731330" cy="430887"/>
              </a:xfrm>
              <a:prstGeom prst="rect">
                <a:avLst/>
              </a:prstGeom>
              <a:blipFill>
                <a:blip r:embed="rId3"/>
                <a:stretch>
                  <a:fillRect l="-3167" t="-24286" b="-5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6ED3B105-0C86-4C64-B2B2-3107785BDF60}"/>
              </a:ext>
            </a:extLst>
          </p:cNvPr>
          <p:cNvSpPr/>
          <p:nvPr/>
        </p:nvSpPr>
        <p:spPr>
          <a:xfrm>
            <a:off x="8107680" y="4749800"/>
            <a:ext cx="508000" cy="553720"/>
          </a:xfrm>
          <a:prstGeom prst="ellipse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5CEC85-2004-4894-A7D4-028FD2CD3324}"/>
              </a:ext>
            </a:extLst>
          </p:cNvPr>
          <p:cNvSpPr/>
          <p:nvPr/>
        </p:nvSpPr>
        <p:spPr>
          <a:xfrm>
            <a:off x="7183120" y="2926080"/>
            <a:ext cx="1805720" cy="1838960"/>
          </a:xfrm>
          <a:custGeom>
            <a:avLst/>
            <a:gdLst>
              <a:gd name="connsiteX0" fmla="*/ 1219200 w 1805720"/>
              <a:gd name="connsiteY0" fmla="*/ 1838960 h 1838960"/>
              <a:gd name="connsiteX1" fmla="*/ 1747520 w 1805720"/>
              <a:gd name="connsiteY1" fmla="*/ 345440 h 1838960"/>
              <a:gd name="connsiteX2" fmla="*/ 0 w 1805720"/>
              <a:gd name="connsiteY2" fmla="*/ 0 h 18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5720" h="1838960">
                <a:moveTo>
                  <a:pt x="1219200" y="1838960"/>
                </a:moveTo>
                <a:cubicBezTo>
                  <a:pt x="1584960" y="1245446"/>
                  <a:pt x="1950720" y="651933"/>
                  <a:pt x="1747520" y="345440"/>
                </a:cubicBezTo>
                <a:cubicBezTo>
                  <a:pt x="1544320" y="38947"/>
                  <a:pt x="772160" y="19473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F3BAB8-201E-4680-BBF5-13991B952229}"/>
              </a:ext>
            </a:extLst>
          </p:cNvPr>
          <p:cNvSpPr/>
          <p:nvPr/>
        </p:nvSpPr>
        <p:spPr>
          <a:xfrm>
            <a:off x="6212840" y="4769663"/>
            <a:ext cx="1082040" cy="553720"/>
          </a:xfrm>
          <a:prstGeom prst="ellipse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063F3C-8448-47F3-A797-FE1F391B8AB3}"/>
              </a:ext>
            </a:extLst>
          </p:cNvPr>
          <p:cNvSpPr/>
          <p:nvPr/>
        </p:nvSpPr>
        <p:spPr>
          <a:xfrm>
            <a:off x="4998720" y="3799840"/>
            <a:ext cx="2124854" cy="965200"/>
          </a:xfrm>
          <a:custGeom>
            <a:avLst/>
            <a:gdLst>
              <a:gd name="connsiteX0" fmla="*/ 1879600 w 2124854"/>
              <a:gd name="connsiteY0" fmla="*/ 965200 h 965200"/>
              <a:gd name="connsiteX1" fmla="*/ 1960880 w 2124854"/>
              <a:gd name="connsiteY1" fmla="*/ 406400 h 965200"/>
              <a:gd name="connsiteX2" fmla="*/ 0 w 2124854"/>
              <a:gd name="connsiteY2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4854" h="965200">
                <a:moveTo>
                  <a:pt x="1879600" y="965200"/>
                </a:moveTo>
                <a:cubicBezTo>
                  <a:pt x="2076873" y="766233"/>
                  <a:pt x="2274147" y="567267"/>
                  <a:pt x="1960880" y="406400"/>
                </a:cubicBezTo>
                <a:cubicBezTo>
                  <a:pt x="1647613" y="245533"/>
                  <a:pt x="823806" y="12276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E4A72-7D3E-4683-8A20-AC9BD73A619B}"/>
                  </a:ext>
                </a:extLst>
              </p:cNvPr>
              <p:cNvSpPr txBox="1"/>
              <p:nvPr/>
            </p:nvSpPr>
            <p:spPr>
              <a:xfrm>
                <a:off x="2397760" y="5539425"/>
                <a:ext cx="6032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800" b="0" dirty="0">
                    <a:solidFill>
                      <a:srgbClr val="009900"/>
                    </a:solidFill>
                  </a:rPr>
                  <a:t>KV Cache size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8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×1×2</m:t>
                    </m:r>
                  </m:oMath>
                </a14:m>
                <a:endParaRPr lang="en-IN" sz="28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E4A72-7D3E-4683-8A20-AC9BD73A6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60" y="5539425"/>
                <a:ext cx="6032485" cy="430887"/>
              </a:xfrm>
              <a:prstGeom prst="rect">
                <a:avLst/>
              </a:prstGeom>
              <a:blipFill>
                <a:blip r:embed="rId4"/>
                <a:stretch>
                  <a:fillRect l="-3535" t="-24286" b="-5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41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1AAD-0998-4684-B2E1-7A47CB9B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for Normal KV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F761C-600E-458D-BFD7-137409EB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FF812-2FB0-4BF7-B095-070CAA8FD0B9}"/>
              </a:ext>
            </a:extLst>
          </p:cNvPr>
          <p:cNvSpPr txBox="1"/>
          <p:nvPr/>
        </p:nvSpPr>
        <p:spPr>
          <a:xfrm>
            <a:off x="426499" y="1026160"/>
            <a:ext cx="11339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Consider that 4 tokens have already been generated and the decoder is to spit out the 5</a:t>
            </a:r>
            <a:r>
              <a:rPr lang="en-IN" sz="2000" baseline="30000" dirty="0"/>
              <a:t>th</a:t>
            </a:r>
            <a:r>
              <a:rPr lang="en-IN" sz="2000" dirty="0"/>
              <a:t> token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FF7845-ACA9-400C-919F-6C45F74C3631}"/>
              </a:ext>
            </a:extLst>
          </p:cNvPr>
          <p:cNvSpPr/>
          <p:nvPr/>
        </p:nvSpPr>
        <p:spPr>
          <a:xfrm>
            <a:off x="1005840" y="2052320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367C0-2C55-4B28-99E8-4BD6BF904F92}"/>
                  </a:ext>
                </a:extLst>
              </p:cNvPr>
              <p:cNvSpPr txBox="1"/>
              <p:nvPr/>
            </p:nvSpPr>
            <p:spPr>
              <a:xfrm>
                <a:off x="682449" y="2021840"/>
                <a:ext cx="303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367C0-2C55-4B28-99E8-4BD6BF904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49" y="2021840"/>
                <a:ext cx="303993" cy="276999"/>
              </a:xfrm>
              <a:prstGeom prst="rect">
                <a:avLst/>
              </a:prstGeom>
              <a:blipFill>
                <a:blip r:embed="rId2"/>
                <a:stretch>
                  <a:fillRect l="-18000" r="-8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CCE9C21-8B7B-4553-AACA-876BFDDCDC26}"/>
              </a:ext>
            </a:extLst>
          </p:cNvPr>
          <p:cNvSpPr txBox="1"/>
          <p:nvPr/>
        </p:nvSpPr>
        <p:spPr>
          <a:xfrm>
            <a:off x="1422400" y="2227719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0177C7-FAAE-42BE-8004-0B563785B193}"/>
                  </a:ext>
                </a:extLst>
              </p:cNvPr>
              <p:cNvSpPr txBox="1"/>
              <p:nvPr/>
            </p:nvSpPr>
            <p:spPr>
              <a:xfrm>
                <a:off x="2417965" y="1998841"/>
                <a:ext cx="5466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0177C7-FAAE-42BE-8004-0B563785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965" y="1998841"/>
                <a:ext cx="546625" cy="276999"/>
              </a:xfrm>
              <a:prstGeom prst="rect">
                <a:avLst/>
              </a:prstGeom>
              <a:blipFill>
                <a:blip r:embed="rId3"/>
                <a:stretch>
                  <a:fillRect l="-4494" r="-3371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EE270BF-F98F-4DD3-B2B4-A7DC1273A3E2}"/>
              </a:ext>
            </a:extLst>
          </p:cNvPr>
          <p:cNvSpPr txBox="1"/>
          <p:nvPr/>
        </p:nvSpPr>
        <p:spPr>
          <a:xfrm>
            <a:off x="2471407" y="2223215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(8,4)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DF7DB5-4CB5-4F4D-855A-B1A0ADCDAA0C}"/>
              </a:ext>
            </a:extLst>
          </p:cNvPr>
          <p:cNvSpPr/>
          <p:nvPr/>
        </p:nvSpPr>
        <p:spPr>
          <a:xfrm>
            <a:off x="3921760" y="2101295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  <a:alpha val="9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8DCC77-E76C-40F1-AAB3-F6E1CD7CCB7D}"/>
                  </a:ext>
                </a:extLst>
              </p:cNvPr>
              <p:cNvSpPr txBox="1"/>
              <p:nvPr/>
            </p:nvSpPr>
            <p:spPr>
              <a:xfrm>
                <a:off x="3597654" y="2056060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8DCC77-E76C-40F1-AAB3-F6E1CD7CC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54" y="2056060"/>
                <a:ext cx="308481" cy="276999"/>
              </a:xfrm>
              <a:prstGeom prst="rect">
                <a:avLst/>
              </a:prstGeom>
              <a:blipFill>
                <a:blip r:embed="rId4"/>
                <a:stretch>
                  <a:fillRect l="-15686" r="-784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0B09022-D390-43F9-9C34-27D32B758316}"/>
              </a:ext>
            </a:extLst>
          </p:cNvPr>
          <p:cNvSpPr txBox="1"/>
          <p:nvPr/>
        </p:nvSpPr>
        <p:spPr>
          <a:xfrm>
            <a:off x="4295379" y="2263855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(1,4)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6716AC-A838-45A7-BD2B-861B5DE443C0}"/>
              </a:ext>
            </a:extLst>
          </p:cNvPr>
          <p:cNvSpPr/>
          <p:nvPr/>
        </p:nvSpPr>
        <p:spPr>
          <a:xfrm>
            <a:off x="1005840" y="3253601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E12151-4B34-483D-A89C-EA37EAADBA26}"/>
                  </a:ext>
                </a:extLst>
              </p:cNvPr>
              <p:cNvSpPr txBox="1"/>
              <p:nvPr/>
            </p:nvSpPr>
            <p:spPr>
              <a:xfrm>
                <a:off x="682449" y="3223121"/>
                <a:ext cx="303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E12151-4B34-483D-A89C-EA37EAADB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49" y="3223121"/>
                <a:ext cx="303993" cy="276999"/>
              </a:xfrm>
              <a:prstGeom prst="rect">
                <a:avLst/>
              </a:prstGeom>
              <a:blipFill>
                <a:blip r:embed="rId5"/>
                <a:stretch>
                  <a:fillRect l="-18000" r="-8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8DB980D-2075-40C9-A893-403127BD72B2}"/>
              </a:ext>
            </a:extLst>
          </p:cNvPr>
          <p:cNvSpPr txBox="1"/>
          <p:nvPr/>
        </p:nvSpPr>
        <p:spPr>
          <a:xfrm>
            <a:off x="1422400" y="342900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0C008B-283A-4ACD-8448-23F7484D2485}"/>
                  </a:ext>
                </a:extLst>
              </p:cNvPr>
              <p:cNvSpPr txBox="1"/>
              <p:nvPr/>
            </p:nvSpPr>
            <p:spPr>
              <a:xfrm>
                <a:off x="2434882" y="3201947"/>
                <a:ext cx="541238" cy="296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0C008B-283A-4ACD-8448-23F7484D2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882" y="3201947"/>
                <a:ext cx="541238" cy="296556"/>
              </a:xfrm>
              <a:prstGeom prst="rect">
                <a:avLst/>
              </a:prstGeom>
              <a:blipFill>
                <a:blip r:embed="rId6"/>
                <a:stretch>
                  <a:fillRect l="-4494" r="-5618" b="-244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3D4A256-3EF8-494F-8506-DBE8A378F107}"/>
              </a:ext>
            </a:extLst>
          </p:cNvPr>
          <p:cNvSpPr txBox="1"/>
          <p:nvPr/>
        </p:nvSpPr>
        <p:spPr>
          <a:xfrm>
            <a:off x="2488324" y="342632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(8,4)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B98023-B330-4013-A100-E0CA4753C4F7}"/>
              </a:ext>
            </a:extLst>
          </p:cNvPr>
          <p:cNvSpPr/>
          <p:nvPr/>
        </p:nvSpPr>
        <p:spPr>
          <a:xfrm>
            <a:off x="3924402" y="3266679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4EA8F0-A6BF-4B7D-80CF-178686EF0651}"/>
                  </a:ext>
                </a:extLst>
              </p:cNvPr>
              <p:cNvSpPr txBox="1"/>
              <p:nvPr/>
            </p:nvSpPr>
            <p:spPr>
              <a:xfrm>
                <a:off x="3600296" y="3221444"/>
                <a:ext cx="313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4EA8F0-A6BF-4B7D-80CF-178686EF0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296" y="3221444"/>
                <a:ext cx="313227" cy="276999"/>
              </a:xfrm>
              <a:prstGeom prst="rect">
                <a:avLst/>
              </a:prstGeom>
              <a:blipFill>
                <a:blip r:embed="rId7"/>
                <a:stretch>
                  <a:fillRect l="-23529" r="-9804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A27E80F-7C0A-4590-8B40-F65D96238C33}"/>
              </a:ext>
            </a:extLst>
          </p:cNvPr>
          <p:cNvSpPr txBox="1"/>
          <p:nvPr/>
        </p:nvSpPr>
        <p:spPr>
          <a:xfrm>
            <a:off x="4298021" y="3429239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(1,4)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7CA8FA-9F81-43E7-BAF9-2A01DEE5D144}"/>
              </a:ext>
            </a:extLst>
          </p:cNvPr>
          <p:cNvSpPr/>
          <p:nvPr/>
        </p:nvSpPr>
        <p:spPr>
          <a:xfrm>
            <a:off x="6096000" y="3509089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BBFB32-C48C-47C8-8DC8-FFF2F3E027B8}"/>
              </a:ext>
            </a:extLst>
          </p:cNvPr>
          <p:cNvSpPr/>
          <p:nvPr/>
        </p:nvSpPr>
        <p:spPr>
          <a:xfrm>
            <a:off x="6096000" y="3237151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057007E-2AE1-4B1E-8A4A-10B91319AE41}"/>
              </a:ext>
            </a:extLst>
          </p:cNvPr>
          <p:cNvSpPr/>
          <p:nvPr/>
        </p:nvSpPr>
        <p:spPr>
          <a:xfrm>
            <a:off x="6096995" y="2984342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8C6BEC-0D49-4D8E-88F4-081A26169FDC}"/>
              </a:ext>
            </a:extLst>
          </p:cNvPr>
          <p:cNvSpPr/>
          <p:nvPr/>
        </p:nvSpPr>
        <p:spPr>
          <a:xfrm>
            <a:off x="6086835" y="2735462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0004B61-EC9D-4AE7-8DC7-DD6721BD654B}"/>
              </a:ext>
            </a:extLst>
          </p:cNvPr>
          <p:cNvSpPr/>
          <p:nvPr/>
        </p:nvSpPr>
        <p:spPr>
          <a:xfrm>
            <a:off x="6076675" y="2491622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BFB625-59BD-4700-907A-E205279FBD15}"/>
                  </a:ext>
                </a:extLst>
              </p:cNvPr>
              <p:cNvSpPr txBox="1"/>
              <p:nvPr/>
            </p:nvSpPr>
            <p:spPr>
              <a:xfrm>
                <a:off x="7489154" y="3440351"/>
                <a:ext cx="308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BFB625-59BD-4700-907A-E205279FB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154" y="3440351"/>
                <a:ext cx="308481" cy="276999"/>
              </a:xfrm>
              <a:prstGeom prst="rect">
                <a:avLst/>
              </a:prstGeom>
              <a:blipFill>
                <a:blip r:embed="rId8"/>
                <a:stretch>
                  <a:fillRect l="-18000" r="-1000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ket 33">
            <a:extLst>
              <a:ext uri="{FF2B5EF4-FFF2-40B4-BE49-F238E27FC236}">
                <a16:creationId xmlns:a16="http://schemas.microsoft.com/office/drawing/2014/main" id="{872A7A8D-D181-41AA-92A9-2C4DFE542BE8}"/>
              </a:ext>
            </a:extLst>
          </p:cNvPr>
          <p:cNvSpPr/>
          <p:nvPr/>
        </p:nvSpPr>
        <p:spPr>
          <a:xfrm>
            <a:off x="5983551" y="2438063"/>
            <a:ext cx="123604" cy="98196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48E1433F-41AC-40D1-8256-B945484879F9}"/>
              </a:ext>
            </a:extLst>
          </p:cNvPr>
          <p:cNvSpPr/>
          <p:nvPr/>
        </p:nvSpPr>
        <p:spPr>
          <a:xfrm flipH="1">
            <a:off x="7438547" y="2440822"/>
            <a:ext cx="123603" cy="98196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502560-FE54-4A0F-9150-C97DFBB0A2EA}"/>
                  </a:ext>
                </a:extLst>
              </p:cNvPr>
              <p:cNvSpPr txBox="1"/>
              <p:nvPr/>
            </p:nvSpPr>
            <p:spPr>
              <a:xfrm>
                <a:off x="5447403" y="3074461"/>
                <a:ext cx="3382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502560-FE54-4A0F-9150-C97DFBB0A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403" y="3074461"/>
                <a:ext cx="338234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5371EEF-FBB4-4237-AD01-F0C6B0F49263}"/>
              </a:ext>
            </a:extLst>
          </p:cNvPr>
          <p:cNvSpPr/>
          <p:nvPr/>
        </p:nvSpPr>
        <p:spPr>
          <a:xfrm>
            <a:off x="8262239" y="2956279"/>
            <a:ext cx="1547095" cy="203408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5D017D-5FDA-4794-8B9F-46327D3CCB27}"/>
                  </a:ext>
                </a:extLst>
              </p:cNvPr>
              <p:cNvSpPr txBox="1"/>
              <p:nvPr/>
            </p:nvSpPr>
            <p:spPr>
              <a:xfrm>
                <a:off x="8728106" y="2632415"/>
                <a:ext cx="615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5D017D-5FDA-4794-8B9F-46327D3CC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106" y="2632415"/>
                <a:ext cx="615360" cy="276999"/>
              </a:xfrm>
              <a:prstGeom prst="rect">
                <a:avLst/>
              </a:prstGeom>
              <a:blipFill>
                <a:blip r:embed="rId10"/>
                <a:stretch>
                  <a:fillRect l="-11881" t="-2222" r="-2970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F3C110A-89A6-44CE-8A1B-692FC8F92FF0}"/>
              </a:ext>
            </a:extLst>
          </p:cNvPr>
          <p:cNvSpPr/>
          <p:nvPr/>
        </p:nvSpPr>
        <p:spPr>
          <a:xfrm>
            <a:off x="998452" y="4763143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22590F-7A45-45F8-8AB7-CA7757C86123}"/>
                  </a:ext>
                </a:extLst>
              </p:cNvPr>
              <p:cNvSpPr txBox="1"/>
              <p:nvPr/>
            </p:nvSpPr>
            <p:spPr>
              <a:xfrm>
                <a:off x="675061" y="4732663"/>
                <a:ext cx="303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22590F-7A45-45F8-8AB7-CA7757C86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61" y="4732663"/>
                <a:ext cx="303993" cy="276999"/>
              </a:xfrm>
              <a:prstGeom prst="rect">
                <a:avLst/>
              </a:prstGeom>
              <a:blipFill>
                <a:blip r:embed="rId11"/>
                <a:stretch>
                  <a:fillRect l="-18000" r="-800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511DE64-90AD-4A86-81C7-329E765D3235}"/>
              </a:ext>
            </a:extLst>
          </p:cNvPr>
          <p:cNvSpPr txBox="1"/>
          <p:nvPr/>
        </p:nvSpPr>
        <p:spPr>
          <a:xfrm>
            <a:off x="1415012" y="4938542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02F26E5-C014-4F05-8AD8-352FD9B3F7DA}"/>
                  </a:ext>
                </a:extLst>
              </p:cNvPr>
              <p:cNvSpPr txBox="1"/>
              <p:nvPr/>
            </p:nvSpPr>
            <p:spPr>
              <a:xfrm>
                <a:off x="2427494" y="4711489"/>
                <a:ext cx="5354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02F26E5-C014-4F05-8AD8-352FD9B3F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494" y="4711489"/>
                <a:ext cx="535403" cy="276999"/>
              </a:xfrm>
              <a:prstGeom prst="rect">
                <a:avLst/>
              </a:prstGeom>
              <a:blipFill>
                <a:blip r:embed="rId12"/>
                <a:stretch>
                  <a:fillRect l="-4545" r="-3409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402A3F7-822A-4EE0-89D4-D5EB135C02C4}"/>
              </a:ext>
            </a:extLst>
          </p:cNvPr>
          <p:cNvSpPr txBox="1"/>
          <p:nvPr/>
        </p:nvSpPr>
        <p:spPr>
          <a:xfrm>
            <a:off x="2480936" y="493586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(8,4)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9B9919D-EB9C-44B3-8EF5-2FB48BA179DA}"/>
              </a:ext>
            </a:extLst>
          </p:cNvPr>
          <p:cNvSpPr/>
          <p:nvPr/>
        </p:nvSpPr>
        <p:spPr>
          <a:xfrm>
            <a:off x="3917014" y="4776221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D5EA14A-D630-451D-AFB7-7BF4D6001786}"/>
                  </a:ext>
                </a:extLst>
              </p:cNvPr>
              <p:cNvSpPr txBox="1"/>
              <p:nvPr/>
            </p:nvSpPr>
            <p:spPr>
              <a:xfrm>
                <a:off x="3592908" y="4730986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D5EA14A-D630-451D-AFB7-7BF4D6001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908" y="4730986"/>
                <a:ext cx="278666" cy="276999"/>
              </a:xfrm>
              <a:prstGeom prst="rect">
                <a:avLst/>
              </a:prstGeom>
              <a:blipFill>
                <a:blip r:embed="rId13"/>
                <a:stretch>
                  <a:fillRect l="-17391" r="-8696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338D8B49-267E-473E-A006-CCA702DC085F}"/>
              </a:ext>
            </a:extLst>
          </p:cNvPr>
          <p:cNvSpPr txBox="1"/>
          <p:nvPr/>
        </p:nvSpPr>
        <p:spPr>
          <a:xfrm>
            <a:off x="4290633" y="493878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(1,4)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A418897-91FF-465B-AB6A-DF4E4B5F684E}"/>
              </a:ext>
            </a:extLst>
          </p:cNvPr>
          <p:cNvSpPr/>
          <p:nvPr/>
        </p:nvSpPr>
        <p:spPr>
          <a:xfrm>
            <a:off x="6117554" y="5261392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49C47AB-781A-46D9-9AE4-86F8BB913A99}"/>
              </a:ext>
            </a:extLst>
          </p:cNvPr>
          <p:cNvSpPr/>
          <p:nvPr/>
        </p:nvSpPr>
        <p:spPr>
          <a:xfrm>
            <a:off x="6117554" y="4999614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31BF605-F0BD-4BE5-A539-6B055A194914}"/>
              </a:ext>
            </a:extLst>
          </p:cNvPr>
          <p:cNvSpPr/>
          <p:nvPr/>
        </p:nvSpPr>
        <p:spPr>
          <a:xfrm>
            <a:off x="6118549" y="4746805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EB96165-E91D-43BE-A18D-BE86CF0CB01B}"/>
              </a:ext>
            </a:extLst>
          </p:cNvPr>
          <p:cNvSpPr/>
          <p:nvPr/>
        </p:nvSpPr>
        <p:spPr>
          <a:xfrm>
            <a:off x="6108389" y="4497925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973198E-125C-4E48-907B-72EDF83E4A15}"/>
              </a:ext>
            </a:extLst>
          </p:cNvPr>
          <p:cNvSpPr/>
          <p:nvPr/>
        </p:nvSpPr>
        <p:spPr>
          <a:xfrm>
            <a:off x="6098229" y="4254085"/>
            <a:ext cx="1371600" cy="16256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98140FE-74F0-47A8-A2B0-A77CA93410F8}"/>
                  </a:ext>
                </a:extLst>
              </p:cNvPr>
              <p:cNvSpPr txBox="1"/>
              <p:nvPr/>
            </p:nvSpPr>
            <p:spPr>
              <a:xfrm>
                <a:off x="7510708" y="5192654"/>
                <a:ext cx="2786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98140FE-74F0-47A8-A2B0-A77CA9341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708" y="5192654"/>
                <a:ext cx="278666" cy="276999"/>
              </a:xfrm>
              <a:prstGeom prst="rect">
                <a:avLst/>
              </a:prstGeom>
              <a:blipFill>
                <a:blip r:embed="rId14"/>
                <a:stretch>
                  <a:fillRect l="-17391" r="-8696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Left Bracket 55">
            <a:extLst>
              <a:ext uri="{FF2B5EF4-FFF2-40B4-BE49-F238E27FC236}">
                <a16:creationId xmlns:a16="http://schemas.microsoft.com/office/drawing/2014/main" id="{1371410E-3111-4DB8-914B-72D93F085D78}"/>
              </a:ext>
            </a:extLst>
          </p:cNvPr>
          <p:cNvSpPr/>
          <p:nvPr/>
        </p:nvSpPr>
        <p:spPr>
          <a:xfrm>
            <a:off x="6005105" y="4200526"/>
            <a:ext cx="123604" cy="98196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Left Bracket 56">
            <a:extLst>
              <a:ext uri="{FF2B5EF4-FFF2-40B4-BE49-F238E27FC236}">
                <a16:creationId xmlns:a16="http://schemas.microsoft.com/office/drawing/2014/main" id="{A10A0194-E404-4876-8FB1-97164692D94A}"/>
              </a:ext>
            </a:extLst>
          </p:cNvPr>
          <p:cNvSpPr/>
          <p:nvPr/>
        </p:nvSpPr>
        <p:spPr>
          <a:xfrm flipH="1">
            <a:off x="7460101" y="4203285"/>
            <a:ext cx="123603" cy="98196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1555F6-D8ED-4557-BE46-70E776C38FB5}"/>
                  </a:ext>
                </a:extLst>
              </p:cNvPr>
              <p:cNvSpPr txBox="1"/>
              <p:nvPr/>
            </p:nvSpPr>
            <p:spPr>
              <a:xfrm>
                <a:off x="8819712" y="4406074"/>
                <a:ext cx="3382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1555F6-D8ED-4557-BE46-70E776C38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12" y="4406074"/>
                <a:ext cx="338234" cy="553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08AA89E-46E7-4E6A-B47F-6AF6A60CC939}"/>
              </a:ext>
            </a:extLst>
          </p:cNvPr>
          <p:cNvCxnSpPr>
            <a:cxnSpLocks/>
          </p:cNvCxnSpPr>
          <p:nvPr/>
        </p:nvCxnSpPr>
        <p:spPr>
          <a:xfrm>
            <a:off x="3073397" y="2182575"/>
            <a:ext cx="381003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9DC5E1B-54F7-485A-96B4-C51427B234B0}"/>
              </a:ext>
            </a:extLst>
          </p:cNvPr>
          <p:cNvCxnSpPr>
            <a:cxnSpLocks/>
          </p:cNvCxnSpPr>
          <p:nvPr/>
        </p:nvCxnSpPr>
        <p:spPr>
          <a:xfrm>
            <a:off x="3096255" y="3356294"/>
            <a:ext cx="381003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9685215-1C74-4EF5-98F0-1B2F8E15476E}"/>
              </a:ext>
            </a:extLst>
          </p:cNvPr>
          <p:cNvCxnSpPr>
            <a:cxnSpLocks/>
          </p:cNvCxnSpPr>
          <p:nvPr/>
        </p:nvCxnSpPr>
        <p:spPr>
          <a:xfrm>
            <a:off x="3070851" y="4869485"/>
            <a:ext cx="381003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8A86F2D-3CAD-4050-AB33-79251C626C7C}"/>
              </a:ext>
            </a:extLst>
          </p:cNvPr>
          <p:cNvCxnSpPr>
            <a:stCxn id="11" idx="3"/>
            <a:endCxn id="24" idx="1"/>
          </p:cNvCxnSpPr>
          <p:nvPr/>
        </p:nvCxnSpPr>
        <p:spPr>
          <a:xfrm>
            <a:off x="5293360" y="2182575"/>
            <a:ext cx="802640" cy="140779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2F74FE5-1023-4730-88A2-6637967C298F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5288614" y="4857501"/>
            <a:ext cx="828940" cy="48517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0969EE-9AE1-4BC7-9C12-6E2936BEC901}"/>
              </a:ext>
            </a:extLst>
          </p:cNvPr>
          <p:cNvCxnSpPr>
            <a:cxnSpLocks/>
          </p:cNvCxnSpPr>
          <p:nvPr/>
        </p:nvCxnSpPr>
        <p:spPr>
          <a:xfrm>
            <a:off x="7726515" y="3053637"/>
            <a:ext cx="381003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F28FC2-7CC0-48BC-AAB6-B205C2CDBCF7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8955304" y="3253601"/>
            <a:ext cx="33525" cy="1152473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D4E32CA-F635-44F9-9A27-DFBA6F7B9706}"/>
              </a:ext>
            </a:extLst>
          </p:cNvPr>
          <p:cNvCxnSpPr>
            <a:cxnSpLocks/>
          </p:cNvCxnSpPr>
          <p:nvPr/>
        </p:nvCxnSpPr>
        <p:spPr>
          <a:xfrm>
            <a:off x="7688251" y="4727286"/>
            <a:ext cx="1039855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66A4AB-39B6-420A-A89C-002F7D1C8E51}"/>
              </a:ext>
            </a:extLst>
          </p:cNvPr>
          <p:cNvCxnSpPr>
            <a:cxnSpLocks/>
          </p:cNvCxnSpPr>
          <p:nvPr/>
        </p:nvCxnSpPr>
        <p:spPr>
          <a:xfrm>
            <a:off x="8988299" y="4909365"/>
            <a:ext cx="14634" cy="503068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10C3424-529F-42AD-BBD3-1251494E4F4F}"/>
              </a:ext>
            </a:extLst>
          </p:cNvPr>
          <p:cNvSpPr/>
          <p:nvPr/>
        </p:nvSpPr>
        <p:spPr>
          <a:xfrm>
            <a:off x="8343139" y="5500061"/>
            <a:ext cx="1371600" cy="162560"/>
          </a:xfrm>
          <a:prstGeom prst="roundRect">
            <a:avLst>
              <a:gd name="adj" fmla="val 50000"/>
            </a:avLst>
          </a:prstGeom>
          <a:solidFill>
            <a:srgbClr val="00B05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FE7188-30C5-45E6-8B76-3C0E9437864F}"/>
              </a:ext>
            </a:extLst>
          </p:cNvPr>
          <p:cNvSpPr txBox="1"/>
          <p:nvPr/>
        </p:nvSpPr>
        <p:spPr>
          <a:xfrm>
            <a:off x="9155128" y="3159687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(1,5)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D289A2-A380-4C8F-AE0D-1214B7B3C7F5}"/>
              </a:ext>
            </a:extLst>
          </p:cNvPr>
          <p:cNvSpPr txBox="1"/>
          <p:nvPr/>
        </p:nvSpPr>
        <p:spPr>
          <a:xfrm>
            <a:off x="8728659" y="567373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(1,4)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FB69E6-2D3B-4D33-B0C2-3280ADBB5CD7}"/>
              </a:ext>
            </a:extLst>
          </p:cNvPr>
          <p:cNvSpPr txBox="1"/>
          <p:nvPr/>
        </p:nvSpPr>
        <p:spPr>
          <a:xfrm>
            <a:off x="9800301" y="5423952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Context vector</a:t>
            </a:r>
          </a:p>
        </p:txBody>
      </p:sp>
    </p:spTree>
    <p:extLst>
      <p:ext uri="{BB962C8B-B14F-4D97-AF65-F5344CB8AC3E}">
        <p14:creationId xmlns:p14="http://schemas.microsoft.com/office/powerpoint/2010/main" val="3597119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D2EB-A5B3-46CF-A449-506E57C4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Multi-Head Latent Attention (MLA)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149C0-B6F1-4F81-B22D-B80259A8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498BC-81E6-49C5-BC38-A49445DF5AF4}"/>
              </a:ext>
            </a:extLst>
          </p:cNvPr>
          <p:cNvSpPr txBox="1"/>
          <p:nvPr/>
        </p:nvSpPr>
        <p:spPr>
          <a:xfrm>
            <a:off x="1198880" y="1178560"/>
            <a:ext cx="86563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How to capture the information of a larger dimension matrix </a:t>
            </a:r>
          </a:p>
          <a:p>
            <a:r>
              <a:rPr lang="en-IN" sz="2400" dirty="0"/>
              <a:t>in a lower dimension matrix?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9EACC-A923-4326-A5F2-8A87058BC961}"/>
              </a:ext>
            </a:extLst>
          </p:cNvPr>
          <p:cNvSpPr txBox="1"/>
          <p:nvPr/>
        </p:nvSpPr>
        <p:spPr>
          <a:xfrm>
            <a:off x="4947833" y="3589164"/>
            <a:ext cx="1996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Latent Space</a:t>
            </a:r>
          </a:p>
        </p:txBody>
      </p:sp>
    </p:spTree>
    <p:extLst>
      <p:ext uri="{BB962C8B-B14F-4D97-AF65-F5344CB8AC3E}">
        <p14:creationId xmlns:p14="http://schemas.microsoft.com/office/powerpoint/2010/main" val="3483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2AB0-5438-404A-AC09-DC54CE60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Multi-Head Latent Attention (MLA)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DF367-E69F-47BB-9FEB-1F68B923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50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11303F-F47B-4091-829B-FC33BF048BFA}"/>
              </a:ext>
            </a:extLst>
          </p:cNvPr>
          <p:cNvGrpSpPr/>
          <p:nvPr/>
        </p:nvGrpSpPr>
        <p:grpSpPr>
          <a:xfrm>
            <a:off x="703297" y="1198880"/>
            <a:ext cx="1674143" cy="1212017"/>
            <a:chOff x="703297" y="1198880"/>
            <a:chExt cx="1674143" cy="121201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31B1F9E-B3D7-45C9-9B02-E720E8A54787}"/>
                </a:ext>
              </a:extLst>
            </p:cNvPr>
            <p:cNvSpPr/>
            <p:nvPr/>
          </p:nvSpPr>
          <p:spPr>
            <a:xfrm>
              <a:off x="1005840" y="1198880"/>
              <a:ext cx="1371600" cy="16256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D148073-539A-4124-9119-FAE49331D105}"/>
                </a:ext>
              </a:extLst>
            </p:cNvPr>
            <p:cNvSpPr/>
            <p:nvPr/>
          </p:nvSpPr>
          <p:spPr>
            <a:xfrm>
              <a:off x="1005840" y="1442720"/>
              <a:ext cx="1371600" cy="16256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ED7DA48-9213-48BF-9318-F0B2F7D18111}"/>
                </a:ext>
              </a:extLst>
            </p:cNvPr>
            <p:cNvSpPr/>
            <p:nvPr/>
          </p:nvSpPr>
          <p:spPr>
            <a:xfrm>
              <a:off x="995680" y="1696720"/>
              <a:ext cx="1371600" cy="16256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9EDB8C4-61D4-4F15-A6CC-5DBF3A0D0C1A}"/>
                </a:ext>
              </a:extLst>
            </p:cNvPr>
            <p:cNvSpPr/>
            <p:nvPr/>
          </p:nvSpPr>
          <p:spPr>
            <a:xfrm>
              <a:off x="995680" y="1940560"/>
              <a:ext cx="1371600" cy="16256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EE5D697-9C11-482B-9798-8DD571974E84}"/>
                    </a:ext>
                  </a:extLst>
                </p:cNvPr>
                <p:cNvSpPr txBox="1"/>
                <p:nvPr/>
              </p:nvSpPr>
              <p:spPr>
                <a:xfrm>
                  <a:off x="703297" y="1558220"/>
                  <a:ext cx="2124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EE5D697-9C11-482B-9798-8DD571974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297" y="1558220"/>
                  <a:ext cx="21242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2857" r="-25714" b="-888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3938C0-E6C5-48A7-8FBF-F670B9140FA1}"/>
                </a:ext>
              </a:extLst>
            </p:cNvPr>
            <p:cNvSpPr txBox="1"/>
            <p:nvPr/>
          </p:nvSpPr>
          <p:spPr>
            <a:xfrm>
              <a:off x="1407206" y="2103120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E77FA4E-2EC8-4C7B-9490-A0D48E584B70}"/>
              </a:ext>
            </a:extLst>
          </p:cNvPr>
          <p:cNvGrpSpPr/>
          <p:nvPr/>
        </p:nvGrpSpPr>
        <p:grpSpPr>
          <a:xfrm>
            <a:off x="1386886" y="2297648"/>
            <a:ext cx="833636" cy="1086149"/>
            <a:chOff x="1386886" y="2297648"/>
            <a:chExt cx="833636" cy="1086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E9E58E2-71F4-402C-83DE-1E519B58A476}"/>
                    </a:ext>
                  </a:extLst>
                </p:cNvPr>
                <p:cNvSpPr txBox="1"/>
                <p:nvPr/>
              </p:nvSpPr>
              <p:spPr>
                <a:xfrm>
                  <a:off x="1502203" y="2297648"/>
                  <a:ext cx="338234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en-IN" sz="3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E9E58E2-71F4-402C-83DE-1E519B58A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2203" y="2297648"/>
                  <a:ext cx="338234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6FD4985-9340-4490-B72A-003B53454625}"/>
                    </a:ext>
                  </a:extLst>
                </p:cNvPr>
                <p:cNvSpPr txBox="1"/>
                <p:nvPr/>
              </p:nvSpPr>
              <p:spPr>
                <a:xfrm>
                  <a:off x="1405042" y="2750046"/>
                  <a:ext cx="8154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𝐷𝐾𝑉</m:t>
                            </m:r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6FD4985-9340-4490-B72A-003B53454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042" y="2750046"/>
                  <a:ext cx="81548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7463" r="-1493" b="-14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691663-DC85-4CC5-B902-FCC68F8CCDAD}"/>
                </a:ext>
              </a:extLst>
            </p:cNvPr>
            <p:cNvSpPr txBox="1"/>
            <p:nvPr/>
          </p:nvSpPr>
          <p:spPr>
            <a:xfrm>
              <a:off x="1386886" y="3076020"/>
              <a:ext cx="548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(8,4)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22F4E7-E54B-4A84-9570-FDAA2B654835}"/>
              </a:ext>
            </a:extLst>
          </p:cNvPr>
          <p:cNvCxnSpPr>
            <a:cxnSpLocks/>
          </p:cNvCxnSpPr>
          <p:nvPr/>
        </p:nvCxnSpPr>
        <p:spPr>
          <a:xfrm>
            <a:off x="1646526" y="3464572"/>
            <a:ext cx="11063" cy="380294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C2B505-033F-4AF7-9D93-037C162B5614}"/>
              </a:ext>
            </a:extLst>
          </p:cNvPr>
          <p:cNvGrpSpPr/>
          <p:nvPr/>
        </p:nvGrpSpPr>
        <p:grpSpPr>
          <a:xfrm>
            <a:off x="581377" y="3923661"/>
            <a:ext cx="1544999" cy="1246366"/>
            <a:chOff x="581377" y="3923661"/>
            <a:chExt cx="1544999" cy="124636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D5485BA-5FA5-4E73-AB73-321796BBF45A}"/>
                </a:ext>
              </a:extLst>
            </p:cNvPr>
            <p:cNvSpPr/>
            <p:nvPr/>
          </p:nvSpPr>
          <p:spPr>
            <a:xfrm>
              <a:off x="1016000" y="3923661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EB3DFA-4FA2-432E-BBD4-0C7FFCB6EEFF}"/>
                </a:ext>
              </a:extLst>
            </p:cNvPr>
            <p:cNvSpPr/>
            <p:nvPr/>
          </p:nvSpPr>
          <p:spPr>
            <a:xfrm>
              <a:off x="1016000" y="4167501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2481AC9-9165-4EE0-9ED7-A660111D13ED}"/>
                </a:ext>
              </a:extLst>
            </p:cNvPr>
            <p:cNvSpPr/>
            <p:nvPr/>
          </p:nvSpPr>
          <p:spPr>
            <a:xfrm>
              <a:off x="1005840" y="4421501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ADF3E58-19B4-43E4-9E83-5E5A29B74642}"/>
                </a:ext>
              </a:extLst>
            </p:cNvPr>
            <p:cNvSpPr/>
            <p:nvPr/>
          </p:nvSpPr>
          <p:spPr>
            <a:xfrm>
              <a:off x="1005840" y="4665341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F483B2F-0624-4D32-9CC6-5545F8D83BD3}"/>
                    </a:ext>
                  </a:extLst>
                </p:cNvPr>
                <p:cNvSpPr txBox="1"/>
                <p:nvPr/>
              </p:nvSpPr>
              <p:spPr>
                <a:xfrm>
                  <a:off x="581377" y="4317350"/>
                  <a:ext cx="4290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𝐾𝑉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F483B2F-0624-4D32-9CC6-5545F8D83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377" y="4317350"/>
                  <a:ext cx="42909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1268" r="-4225" b="-173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6FE108-F13D-42EF-B7DE-F39474F1DB2C}"/>
                </a:ext>
              </a:extLst>
            </p:cNvPr>
            <p:cNvSpPr txBox="1"/>
            <p:nvPr/>
          </p:nvSpPr>
          <p:spPr>
            <a:xfrm>
              <a:off x="1315766" y="4862250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(4,4)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21172D2-50C4-4599-8BC3-F5B0D0DDE138}"/>
              </a:ext>
            </a:extLst>
          </p:cNvPr>
          <p:cNvGrpSpPr/>
          <p:nvPr/>
        </p:nvGrpSpPr>
        <p:grpSpPr>
          <a:xfrm>
            <a:off x="2499245" y="1419721"/>
            <a:ext cx="841064" cy="684551"/>
            <a:chOff x="2499245" y="1419721"/>
            <a:chExt cx="841064" cy="6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C174728-CC33-4089-9CD2-1C9496FE4BF9}"/>
                    </a:ext>
                  </a:extLst>
                </p:cNvPr>
                <p:cNvSpPr txBox="1"/>
                <p:nvPr/>
              </p:nvSpPr>
              <p:spPr>
                <a:xfrm>
                  <a:off x="2499245" y="1419721"/>
                  <a:ext cx="841064" cy="4612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C174728-CC33-4089-9CD2-1C9496FE4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245" y="1419721"/>
                  <a:ext cx="841064" cy="4612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B8825F-5215-4256-9837-CC689931FCA2}"/>
                </a:ext>
              </a:extLst>
            </p:cNvPr>
            <p:cNvSpPr txBox="1"/>
            <p:nvPr/>
          </p:nvSpPr>
          <p:spPr>
            <a:xfrm>
              <a:off x="2735567" y="1796495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(8,8)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ACCF0B-3D9C-4BB7-A1E4-6F30A7189944}"/>
              </a:ext>
            </a:extLst>
          </p:cNvPr>
          <p:cNvGrpSpPr/>
          <p:nvPr/>
        </p:nvGrpSpPr>
        <p:grpSpPr>
          <a:xfrm>
            <a:off x="4008361" y="921756"/>
            <a:ext cx="1481369" cy="1563534"/>
            <a:chOff x="4008361" y="921756"/>
            <a:chExt cx="1481369" cy="1563534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1A87327-506B-47EB-84C9-03FEBC9503D1}"/>
                </a:ext>
              </a:extLst>
            </p:cNvPr>
            <p:cNvSpPr/>
            <p:nvPr/>
          </p:nvSpPr>
          <p:spPr>
            <a:xfrm>
              <a:off x="4018521" y="1226208"/>
              <a:ext cx="1471209" cy="20962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0D21972-F23E-48C0-93DA-F3100C757587}"/>
                </a:ext>
              </a:extLst>
            </p:cNvPr>
            <p:cNvSpPr/>
            <p:nvPr/>
          </p:nvSpPr>
          <p:spPr>
            <a:xfrm>
              <a:off x="4018521" y="1470048"/>
              <a:ext cx="1471209" cy="20962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D66D4D7-BF92-43DD-A399-EF45D292E89D}"/>
                </a:ext>
              </a:extLst>
            </p:cNvPr>
            <p:cNvSpPr/>
            <p:nvPr/>
          </p:nvSpPr>
          <p:spPr>
            <a:xfrm>
              <a:off x="4008361" y="1724048"/>
              <a:ext cx="1471209" cy="20962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EABD30-3775-4ADE-ACC6-161BD640D429}"/>
                </a:ext>
              </a:extLst>
            </p:cNvPr>
            <p:cNvSpPr/>
            <p:nvPr/>
          </p:nvSpPr>
          <p:spPr>
            <a:xfrm>
              <a:off x="4008361" y="1967888"/>
              <a:ext cx="1471209" cy="20962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46B93AC-6C8A-41F8-A3C5-BB361C43E56B}"/>
                    </a:ext>
                  </a:extLst>
                </p:cNvPr>
                <p:cNvSpPr txBox="1"/>
                <p:nvPr/>
              </p:nvSpPr>
              <p:spPr>
                <a:xfrm>
                  <a:off x="4601849" y="921756"/>
                  <a:ext cx="2199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46B93AC-6C8A-41F8-A3C5-BB361C43E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1849" y="921756"/>
                  <a:ext cx="21993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3333" r="-33333" b="-3043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E57243-CCC9-431A-B832-87FC4CA2E435}"/>
                </a:ext>
              </a:extLst>
            </p:cNvPr>
            <p:cNvSpPr txBox="1"/>
            <p:nvPr/>
          </p:nvSpPr>
          <p:spPr>
            <a:xfrm>
              <a:off x="4517068" y="2177513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92BC535-F9C0-4790-834F-723ACB933653}"/>
              </a:ext>
            </a:extLst>
          </p:cNvPr>
          <p:cNvGrpSpPr/>
          <p:nvPr/>
        </p:nvGrpSpPr>
        <p:grpSpPr>
          <a:xfrm>
            <a:off x="4008361" y="2940421"/>
            <a:ext cx="1390959" cy="1520439"/>
            <a:chOff x="4008361" y="2940421"/>
            <a:chExt cx="1390959" cy="152043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7ABD0CA-4F43-4142-9C1A-B306DD5DBFF1}"/>
                </a:ext>
              </a:extLst>
            </p:cNvPr>
            <p:cNvSpPr/>
            <p:nvPr/>
          </p:nvSpPr>
          <p:spPr>
            <a:xfrm>
              <a:off x="4018521" y="3260782"/>
              <a:ext cx="1380799" cy="184698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8FC37B9-16B6-45AD-A3F6-D5E96650823B}"/>
                </a:ext>
              </a:extLst>
            </p:cNvPr>
            <p:cNvSpPr/>
            <p:nvPr/>
          </p:nvSpPr>
          <p:spPr>
            <a:xfrm>
              <a:off x="4018521" y="3504622"/>
              <a:ext cx="1380799" cy="184698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6B43FE6-34E1-4DA5-A730-515C3E2B4962}"/>
                </a:ext>
              </a:extLst>
            </p:cNvPr>
            <p:cNvSpPr/>
            <p:nvPr/>
          </p:nvSpPr>
          <p:spPr>
            <a:xfrm>
              <a:off x="4008361" y="3758622"/>
              <a:ext cx="1380799" cy="184698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F5C64E4-9A42-4025-8E69-2830F03D0E63}"/>
                </a:ext>
              </a:extLst>
            </p:cNvPr>
            <p:cNvSpPr/>
            <p:nvPr/>
          </p:nvSpPr>
          <p:spPr>
            <a:xfrm>
              <a:off x="4008361" y="4002462"/>
              <a:ext cx="1380799" cy="184698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7C3878A-947F-4882-8E94-5369678A2C4D}"/>
                    </a:ext>
                  </a:extLst>
                </p:cNvPr>
                <p:cNvSpPr txBox="1"/>
                <p:nvPr/>
              </p:nvSpPr>
              <p:spPr>
                <a:xfrm>
                  <a:off x="4630665" y="2940421"/>
                  <a:ext cx="2266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7C3878A-947F-4882-8E94-5369678A2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0665" y="2940421"/>
                  <a:ext cx="2266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4324" r="-21622" b="-86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5FE8B0-E3B3-48FE-8FB7-B9C3F33AC8C8}"/>
                </a:ext>
              </a:extLst>
            </p:cNvPr>
            <p:cNvSpPr txBox="1"/>
            <p:nvPr/>
          </p:nvSpPr>
          <p:spPr>
            <a:xfrm>
              <a:off x="4475595" y="4153083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A148CB8-1E1C-4B7E-B5A4-A32A3A96CD29}"/>
              </a:ext>
            </a:extLst>
          </p:cNvPr>
          <p:cNvGrpSpPr/>
          <p:nvPr/>
        </p:nvGrpSpPr>
        <p:grpSpPr>
          <a:xfrm>
            <a:off x="3998201" y="4701613"/>
            <a:ext cx="1488199" cy="1514536"/>
            <a:chOff x="3998201" y="4701613"/>
            <a:chExt cx="1488199" cy="15145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ABAFF07-3A98-44D7-AF1A-C9C0E3BF3C5F}"/>
                </a:ext>
              </a:extLst>
            </p:cNvPr>
            <p:cNvSpPr/>
            <p:nvPr/>
          </p:nvSpPr>
          <p:spPr>
            <a:xfrm>
              <a:off x="4008361" y="4988560"/>
              <a:ext cx="1478039" cy="17813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B4A54CF-6871-4433-891D-AD613C0CB07E}"/>
                </a:ext>
              </a:extLst>
            </p:cNvPr>
            <p:cNvSpPr/>
            <p:nvPr/>
          </p:nvSpPr>
          <p:spPr>
            <a:xfrm>
              <a:off x="4008361" y="5232400"/>
              <a:ext cx="1478039" cy="17813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F0880B7-900B-48D0-8721-B5368D90D378}"/>
                </a:ext>
              </a:extLst>
            </p:cNvPr>
            <p:cNvSpPr/>
            <p:nvPr/>
          </p:nvSpPr>
          <p:spPr>
            <a:xfrm>
              <a:off x="3998201" y="5486400"/>
              <a:ext cx="1478039" cy="17813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865B20C-E93C-44D9-A94D-6C75C4DD1903}"/>
                </a:ext>
              </a:extLst>
            </p:cNvPr>
            <p:cNvSpPr/>
            <p:nvPr/>
          </p:nvSpPr>
          <p:spPr>
            <a:xfrm>
              <a:off x="3998201" y="5730240"/>
              <a:ext cx="1478039" cy="17813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E778581-1AE6-4AC9-8D0B-9A1098A2958D}"/>
                    </a:ext>
                  </a:extLst>
                </p:cNvPr>
                <p:cNvSpPr txBox="1"/>
                <p:nvPr/>
              </p:nvSpPr>
              <p:spPr>
                <a:xfrm>
                  <a:off x="4612493" y="4701613"/>
                  <a:ext cx="2092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E778581-1AE6-4AC9-8D0B-9A1098A29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493" y="4701613"/>
                  <a:ext cx="20928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6471" r="-23529" b="-86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F3D60C4-8BB5-451B-9793-9865FF3AF029}"/>
                </a:ext>
              </a:extLst>
            </p:cNvPr>
            <p:cNvSpPr txBox="1"/>
            <p:nvPr/>
          </p:nvSpPr>
          <p:spPr>
            <a:xfrm>
              <a:off x="4491008" y="5908372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graphicFrame>
        <p:nvGraphicFramePr>
          <p:cNvPr id="42" name="Table 28">
            <a:extLst>
              <a:ext uri="{FF2B5EF4-FFF2-40B4-BE49-F238E27FC236}">
                <a16:creationId xmlns:a16="http://schemas.microsoft.com/office/drawing/2014/main" id="{1821FE8B-E00B-4E6F-9180-52D46C862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05826"/>
              </p:ext>
            </p:extLst>
          </p:nvPr>
        </p:nvGraphicFramePr>
        <p:xfrm>
          <a:off x="7664062" y="2102187"/>
          <a:ext cx="1205618" cy="104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940">
                  <a:extLst>
                    <a:ext uri="{9D8B030D-6E8A-4147-A177-3AD203B41FA5}">
                      <a16:colId xmlns:a16="http://schemas.microsoft.com/office/drawing/2014/main" val="815042722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3809595476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3174977004"/>
                    </a:ext>
                  </a:extLst>
                </a:gridCol>
                <a:gridCol w="247940">
                  <a:extLst>
                    <a:ext uri="{9D8B030D-6E8A-4147-A177-3AD203B41FA5}">
                      <a16:colId xmlns:a16="http://schemas.microsoft.com/office/drawing/2014/main" val="576534"/>
                    </a:ext>
                  </a:extLst>
                </a:gridCol>
                <a:gridCol w="213858">
                  <a:extLst>
                    <a:ext uri="{9D8B030D-6E8A-4147-A177-3AD203B41FA5}">
                      <a16:colId xmlns:a16="http://schemas.microsoft.com/office/drawing/2014/main" val="3274806972"/>
                    </a:ext>
                  </a:extLst>
                </a:gridCol>
              </a:tblGrid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63894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590426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96789"/>
                  </a:ext>
                </a:extLst>
              </a:tr>
              <a:tr h="224959"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/>
                    </a:p>
                  </a:txBody>
                  <a:tcPr marL="63520" marR="63520" marT="31760" marB="31760"/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3520" marR="63520" marT="31760" marB="317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28801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BA661F-6ED9-4BF4-A529-E0CB7378D8D6}"/>
              </a:ext>
            </a:extLst>
          </p:cNvPr>
          <p:cNvCxnSpPr>
            <a:cxnSpLocks/>
          </p:cNvCxnSpPr>
          <p:nvPr/>
        </p:nvCxnSpPr>
        <p:spPr>
          <a:xfrm>
            <a:off x="5757696" y="1696719"/>
            <a:ext cx="502222" cy="927488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3D8522-5C38-4986-9D79-6CEDA5B505D1}"/>
              </a:ext>
            </a:extLst>
          </p:cNvPr>
          <p:cNvCxnSpPr>
            <a:cxnSpLocks/>
          </p:cNvCxnSpPr>
          <p:nvPr/>
        </p:nvCxnSpPr>
        <p:spPr>
          <a:xfrm flipV="1">
            <a:off x="5677446" y="2781024"/>
            <a:ext cx="582472" cy="955227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43BD30C-6483-4E2E-B38F-97BE1AD016DB}"/>
                  </a:ext>
                </a:extLst>
              </p:cNvPr>
              <p:cNvSpPr txBox="1"/>
              <p:nvPr/>
            </p:nvSpPr>
            <p:spPr>
              <a:xfrm>
                <a:off x="6199809" y="2399360"/>
                <a:ext cx="3382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43BD30C-6483-4E2E-B38F-97BE1AD01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809" y="2399360"/>
                <a:ext cx="338234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1F4256-EBAE-47C8-A126-D67FF42358A1}"/>
              </a:ext>
            </a:extLst>
          </p:cNvPr>
          <p:cNvCxnSpPr>
            <a:cxnSpLocks/>
          </p:cNvCxnSpPr>
          <p:nvPr/>
        </p:nvCxnSpPr>
        <p:spPr>
          <a:xfrm flipV="1">
            <a:off x="6541053" y="2661645"/>
            <a:ext cx="1005575" cy="19934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29A9E8-B070-4973-9040-CF26A203AC74}"/>
                  </a:ext>
                </a:extLst>
              </p:cNvPr>
              <p:cNvSpPr txBox="1"/>
              <p:nvPr/>
            </p:nvSpPr>
            <p:spPr>
              <a:xfrm>
                <a:off x="6772405" y="2331401"/>
                <a:ext cx="5170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29A9E8-B070-4973-9040-CF26A203A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405" y="2331401"/>
                <a:ext cx="517001" cy="276999"/>
              </a:xfrm>
              <a:prstGeom prst="rect">
                <a:avLst/>
              </a:prstGeom>
              <a:blipFill>
                <a:blip r:embed="rId11"/>
                <a:stretch>
                  <a:fillRect l="-14118" t="-2174" r="-8235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94F1DA-6C47-403F-99F4-9B3B3A32F13C}"/>
              </a:ext>
            </a:extLst>
          </p:cNvPr>
          <p:cNvCxnSpPr>
            <a:cxnSpLocks/>
          </p:cNvCxnSpPr>
          <p:nvPr/>
        </p:nvCxnSpPr>
        <p:spPr>
          <a:xfrm>
            <a:off x="8283912" y="3309324"/>
            <a:ext cx="54233" cy="1857367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8FFC17E-2685-4770-ABC0-D1869A606142}"/>
              </a:ext>
            </a:extLst>
          </p:cNvPr>
          <p:cNvCxnSpPr>
            <a:cxnSpLocks/>
          </p:cNvCxnSpPr>
          <p:nvPr/>
        </p:nvCxnSpPr>
        <p:spPr>
          <a:xfrm flipV="1">
            <a:off x="5842000" y="5414006"/>
            <a:ext cx="2326640" cy="39232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9B515A3-BB64-4184-93CC-F4E3DA6CE05D}"/>
                  </a:ext>
                </a:extLst>
              </p:cNvPr>
              <p:cNvSpPr txBox="1"/>
              <p:nvPr/>
            </p:nvSpPr>
            <p:spPr>
              <a:xfrm>
                <a:off x="8215563" y="5084276"/>
                <a:ext cx="272111" cy="5572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9B515A3-BB64-4184-93CC-F4E3DA6CE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563" y="5084276"/>
                <a:ext cx="272111" cy="5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EEB83AE-912C-446D-8777-0896B1CABA41}"/>
              </a:ext>
            </a:extLst>
          </p:cNvPr>
          <p:cNvCxnSpPr>
            <a:cxnSpLocks/>
          </p:cNvCxnSpPr>
          <p:nvPr/>
        </p:nvCxnSpPr>
        <p:spPr>
          <a:xfrm>
            <a:off x="8534597" y="5372843"/>
            <a:ext cx="965003" cy="0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2A92404-1C4D-495D-A3D7-ED54ED4F2436}"/>
              </a:ext>
            </a:extLst>
          </p:cNvPr>
          <p:cNvGrpSpPr/>
          <p:nvPr/>
        </p:nvGrpSpPr>
        <p:grpSpPr>
          <a:xfrm>
            <a:off x="9596805" y="4940297"/>
            <a:ext cx="1580824" cy="1450462"/>
            <a:chOff x="9596805" y="4940297"/>
            <a:chExt cx="1580824" cy="1450462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7A079B6-EC10-44E8-A6B8-5D9D53A26957}"/>
                </a:ext>
              </a:extLst>
            </p:cNvPr>
            <p:cNvSpPr/>
            <p:nvPr/>
          </p:nvSpPr>
          <p:spPr>
            <a:xfrm>
              <a:off x="9606965" y="4940297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rgbClr val="0099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C19056D-0BE3-4A07-A284-434B642D10B4}"/>
                </a:ext>
              </a:extLst>
            </p:cNvPr>
            <p:cNvSpPr/>
            <p:nvPr/>
          </p:nvSpPr>
          <p:spPr>
            <a:xfrm>
              <a:off x="9606965" y="5184137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rgbClr val="0099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8949777-C191-4736-88E8-7F08B5D26831}"/>
                </a:ext>
              </a:extLst>
            </p:cNvPr>
            <p:cNvSpPr/>
            <p:nvPr/>
          </p:nvSpPr>
          <p:spPr>
            <a:xfrm>
              <a:off x="9596805" y="5438137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rgbClr val="0099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D5BA363F-4C7D-49F0-BFF7-800DFE07642E}"/>
                </a:ext>
              </a:extLst>
            </p:cNvPr>
            <p:cNvSpPr/>
            <p:nvPr/>
          </p:nvSpPr>
          <p:spPr>
            <a:xfrm>
              <a:off x="9596805" y="5681977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rgbClr val="0099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F5315B-6501-42CF-BE90-4CDBC7E572A6}"/>
                </a:ext>
              </a:extLst>
            </p:cNvPr>
            <p:cNvSpPr txBox="1"/>
            <p:nvPr/>
          </p:nvSpPr>
          <p:spPr>
            <a:xfrm>
              <a:off x="9638746" y="6113760"/>
              <a:ext cx="153888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/>
                <a:t>Context matrix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6A243E-16A8-413A-9C73-EEF8D218E249}"/>
                </a:ext>
              </a:extLst>
            </p:cNvPr>
            <p:cNvSpPr txBox="1"/>
            <p:nvPr/>
          </p:nvSpPr>
          <p:spPr>
            <a:xfrm>
              <a:off x="10102132" y="5864591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7F2F621-D162-43DD-AE0E-34664C3956AE}"/>
              </a:ext>
            </a:extLst>
          </p:cNvPr>
          <p:cNvSpPr txBox="1"/>
          <p:nvPr/>
        </p:nvSpPr>
        <p:spPr>
          <a:xfrm>
            <a:off x="7466373" y="1709400"/>
            <a:ext cx="16893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N" dirty="0"/>
              <a:t>Attention matrix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206EDB-95E9-4E44-9E30-E7D3E4BC7977}"/>
              </a:ext>
            </a:extLst>
          </p:cNvPr>
          <p:cNvCxnSpPr>
            <a:cxnSpLocks/>
          </p:cNvCxnSpPr>
          <p:nvPr/>
        </p:nvCxnSpPr>
        <p:spPr>
          <a:xfrm flipV="1">
            <a:off x="3327399" y="1662841"/>
            <a:ext cx="584201" cy="11581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C2DBF73-3924-4F45-9E8A-4512E50E3B8A}"/>
              </a:ext>
            </a:extLst>
          </p:cNvPr>
          <p:cNvCxnSpPr>
            <a:cxnSpLocks/>
          </p:cNvCxnSpPr>
          <p:nvPr/>
        </p:nvCxnSpPr>
        <p:spPr>
          <a:xfrm flipV="1">
            <a:off x="2259705" y="3746411"/>
            <a:ext cx="1659140" cy="579923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CBB3266-4D8B-46A8-9013-C5B0397DF166}"/>
              </a:ext>
            </a:extLst>
          </p:cNvPr>
          <p:cNvCxnSpPr>
            <a:cxnSpLocks/>
          </p:cNvCxnSpPr>
          <p:nvPr/>
        </p:nvCxnSpPr>
        <p:spPr>
          <a:xfrm>
            <a:off x="2259705" y="4594349"/>
            <a:ext cx="1628603" cy="768527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59597F7-8A3E-4E5C-8F17-17D93E36E356}"/>
              </a:ext>
            </a:extLst>
          </p:cNvPr>
          <p:cNvSpPr txBox="1"/>
          <p:nvPr/>
        </p:nvSpPr>
        <p:spPr>
          <a:xfrm rot="19664454">
            <a:off x="761906" y="4073530"/>
            <a:ext cx="1548822" cy="584775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3200" dirty="0"/>
              <a:t>cached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8AB905B-FA39-4F4C-B61B-0F49564A6A0A}"/>
                  </a:ext>
                </a:extLst>
              </p:cNvPr>
              <p:cNvSpPr txBox="1"/>
              <p:nvPr/>
            </p:nvSpPr>
            <p:spPr>
              <a:xfrm>
                <a:off x="965917" y="6333365"/>
                <a:ext cx="34272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 Down Projection</a:t>
                </a:r>
                <a:endParaRPr lang="en-IN" sz="2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8AB905B-FA39-4F4C-B61B-0F49564A6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17" y="6333365"/>
                <a:ext cx="3427285" cy="369332"/>
              </a:xfrm>
              <a:prstGeom prst="rect">
                <a:avLst/>
              </a:prstGeom>
              <a:blipFill>
                <a:blip r:embed="rId15"/>
                <a:stretch>
                  <a:fillRect l="-3020" t="-26230" r="-4973" b="-491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6121903-215C-413F-B01A-92B8F1918EBA}"/>
                  </a:ext>
                </a:extLst>
              </p:cNvPr>
              <p:cNvSpPr txBox="1"/>
              <p:nvPr/>
            </p:nvSpPr>
            <p:spPr>
              <a:xfrm>
                <a:off x="5541741" y="6240947"/>
                <a:ext cx="46102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  <a:r>
                  <a:rPr lang="en-IN" sz="2400" dirty="0">
                    <a:sym typeface="Wingdings" panose="05000000000000000000" pitchFamily="2" charset="2"/>
                  </a:rPr>
                  <a:t> Up projection </a:t>
                </a:r>
                <a:endParaRPr lang="en-IN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6121903-215C-413F-B01A-92B8F1918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741" y="6240947"/>
                <a:ext cx="4610253" cy="461665"/>
              </a:xfrm>
              <a:prstGeom prst="rect">
                <a:avLst/>
              </a:prstGeom>
              <a:blipFill>
                <a:blip r:embed="rId16"/>
                <a:stretch>
                  <a:fillRect l="-265" t="-10526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8ED076C9-50B0-4F74-BFD7-541D899C1EA6}"/>
              </a:ext>
            </a:extLst>
          </p:cNvPr>
          <p:cNvSpPr txBox="1"/>
          <p:nvPr/>
        </p:nvSpPr>
        <p:spPr>
          <a:xfrm>
            <a:off x="6558138" y="1067338"/>
            <a:ext cx="4628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. Low-Rank Key-Value Joint Compression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566D690-63B6-4CDA-A6C4-C932FCE476C0}"/>
              </a:ext>
            </a:extLst>
          </p:cNvPr>
          <p:cNvGrpSpPr/>
          <p:nvPr/>
        </p:nvGrpSpPr>
        <p:grpSpPr>
          <a:xfrm>
            <a:off x="2484122" y="3579177"/>
            <a:ext cx="1037528" cy="749284"/>
            <a:chOff x="2484122" y="3579177"/>
            <a:chExt cx="1037528" cy="74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1A7F7-9806-4B08-81DE-1C69F857AFFF}"/>
                    </a:ext>
                  </a:extLst>
                </p:cNvPr>
                <p:cNvSpPr txBox="1"/>
                <p:nvPr/>
              </p:nvSpPr>
              <p:spPr>
                <a:xfrm rot="20399387">
                  <a:off x="2484122" y="3579177"/>
                  <a:ext cx="103752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</m:sSub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1A7F7-9806-4B08-81DE-1C69F857A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399387">
                  <a:off x="2484122" y="3579177"/>
                  <a:ext cx="1037528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FDBE8A6-FB40-443C-B705-0A70309E1B73}"/>
                </a:ext>
              </a:extLst>
            </p:cNvPr>
            <p:cNvSpPr txBox="1"/>
            <p:nvPr/>
          </p:nvSpPr>
          <p:spPr>
            <a:xfrm rot="20555150">
              <a:off x="2937489" y="4020684"/>
              <a:ext cx="548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2BC9A94-960D-4C7E-B71C-2A01703B910B}"/>
              </a:ext>
            </a:extLst>
          </p:cNvPr>
          <p:cNvGrpSpPr/>
          <p:nvPr/>
        </p:nvGrpSpPr>
        <p:grpSpPr>
          <a:xfrm>
            <a:off x="2390261" y="4893255"/>
            <a:ext cx="1019895" cy="713692"/>
            <a:chOff x="2390261" y="4893255"/>
            <a:chExt cx="1019895" cy="713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E791AFD-E8D6-4DDD-A71C-010812C85756}"/>
                    </a:ext>
                  </a:extLst>
                </p:cNvPr>
                <p:cNvSpPr txBox="1"/>
                <p:nvPr/>
              </p:nvSpPr>
              <p:spPr>
                <a:xfrm rot="1539041">
                  <a:off x="2390261" y="4893255"/>
                  <a:ext cx="101989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𝑈𝑉</m:t>
                            </m:r>
                          </m:sub>
                        </m:sSub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E791AFD-E8D6-4DDD-A71C-010812C85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9041">
                  <a:off x="2390261" y="4893255"/>
                  <a:ext cx="1019895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67B25E0-7257-4E8D-AA07-B9B30B64C09B}"/>
                </a:ext>
              </a:extLst>
            </p:cNvPr>
            <p:cNvSpPr txBox="1"/>
            <p:nvPr/>
          </p:nvSpPr>
          <p:spPr>
            <a:xfrm rot="1881384">
              <a:off x="2515300" y="5299170"/>
              <a:ext cx="548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A6D0FC-F7A8-4716-93B4-30469A003CDA}"/>
              </a:ext>
            </a:extLst>
          </p:cNvPr>
          <p:cNvCxnSpPr>
            <a:cxnSpLocks/>
          </p:cNvCxnSpPr>
          <p:nvPr/>
        </p:nvCxnSpPr>
        <p:spPr>
          <a:xfrm flipV="1">
            <a:off x="10372231" y="4212010"/>
            <a:ext cx="4175" cy="629969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FF620C4-B9A3-46B2-ABF9-89614BEE5656}"/>
              </a:ext>
            </a:extLst>
          </p:cNvPr>
          <p:cNvGrpSpPr/>
          <p:nvPr/>
        </p:nvGrpSpPr>
        <p:grpSpPr>
          <a:xfrm>
            <a:off x="9586645" y="3031260"/>
            <a:ext cx="1549043" cy="1232071"/>
            <a:chOff x="9586645" y="3031260"/>
            <a:chExt cx="1549043" cy="1232071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F5C3FE22-C5F0-43DA-8F3A-84F0212DEAA3}"/>
                </a:ext>
              </a:extLst>
            </p:cNvPr>
            <p:cNvSpPr/>
            <p:nvPr/>
          </p:nvSpPr>
          <p:spPr>
            <a:xfrm>
              <a:off x="9596805" y="3031260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82B550D7-BC7F-4293-B18D-BB3857AA2CBB}"/>
                </a:ext>
              </a:extLst>
            </p:cNvPr>
            <p:cNvSpPr/>
            <p:nvPr/>
          </p:nvSpPr>
          <p:spPr>
            <a:xfrm>
              <a:off x="9596805" y="3275100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DB0EACE-FB38-4D6C-AA07-A65AF7335A07}"/>
                </a:ext>
              </a:extLst>
            </p:cNvPr>
            <p:cNvSpPr/>
            <p:nvPr/>
          </p:nvSpPr>
          <p:spPr>
            <a:xfrm>
              <a:off x="9586645" y="3529100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BAEABA5-1620-401F-9F6E-55B8538DD8D7}"/>
                </a:ext>
              </a:extLst>
            </p:cNvPr>
            <p:cNvSpPr/>
            <p:nvPr/>
          </p:nvSpPr>
          <p:spPr>
            <a:xfrm>
              <a:off x="9586645" y="3772940"/>
              <a:ext cx="1538883" cy="1347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D4D15E1-6310-408E-B66D-32A734C2E5C7}"/>
                </a:ext>
              </a:extLst>
            </p:cNvPr>
            <p:cNvSpPr txBox="1"/>
            <p:nvPr/>
          </p:nvSpPr>
          <p:spPr>
            <a:xfrm>
              <a:off x="10091972" y="3955554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(4,8)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97E9666-700A-4B33-BD70-A1B13F36A37C}"/>
                  </a:ext>
                </a:extLst>
              </p:cNvPr>
              <p:cNvSpPr txBox="1"/>
              <p:nvPr/>
            </p:nvSpPr>
            <p:spPr>
              <a:xfrm>
                <a:off x="10429092" y="4370066"/>
                <a:ext cx="7206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97E9666-700A-4B33-BD70-A1B13F36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092" y="4370066"/>
                <a:ext cx="720645" cy="369332"/>
              </a:xfrm>
              <a:prstGeom prst="rect">
                <a:avLst/>
              </a:prstGeom>
              <a:blipFill>
                <a:blip r:embed="rId19"/>
                <a:stretch>
                  <a:fillRect l="-4237" r="-1695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0D8CA759-D580-49D8-ABC5-E52989EA4EA3}"/>
              </a:ext>
            </a:extLst>
          </p:cNvPr>
          <p:cNvSpPr txBox="1"/>
          <p:nvPr/>
        </p:nvSpPr>
        <p:spPr>
          <a:xfrm>
            <a:off x="11039501" y="441606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(8,8)</a:t>
            </a:r>
          </a:p>
        </p:txBody>
      </p:sp>
    </p:spTree>
    <p:extLst>
      <p:ext uri="{BB962C8B-B14F-4D97-AF65-F5344CB8AC3E}">
        <p14:creationId xmlns:p14="http://schemas.microsoft.com/office/powerpoint/2010/main" val="77104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56" grpId="0"/>
      <p:bldP spid="65" grpId="0"/>
      <p:bldP spid="75" grpId="0" animBg="1"/>
      <p:bldP spid="77" grpId="0"/>
      <p:bldP spid="79" grpId="0"/>
      <p:bldP spid="81" grpId="0"/>
      <p:bldP spid="9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FFE4-A43C-490D-B069-5BC5CD6D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B79450-D3D7-4B0E-AD32-E42BFED84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Query projection: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Down Projection: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𝐾𝑉</m:t>
                        </m:r>
                      </m:sub>
                    </m:sSub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dirty="0"/>
                  <a:t>]</a:t>
                </a:r>
              </a:p>
              <a:p>
                <a:r>
                  <a:rPr lang="en-IN" dirty="0"/>
                  <a:t>Key and Value matrices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Attention score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𝐷𝐾𝑉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𝑈𝐾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𝐷𝐾𝑉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𝐷𝐾𝑉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IN" i="1" dirty="0"/>
                  <a:t> </a:t>
                </a:r>
              </a:p>
              <a:p>
                <a:pPr marL="360000" lvl="1" indent="0">
                  <a:buNone/>
                </a:pPr>
                <a:r>
                  <a:rPr lang="en-IN" dirty="0"/>
                  <a:t>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𝐾𝑉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IN" i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B79450-D3D7-4B0E-AD32-E42BFED84C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B869A-5BE2-4B0E-9420-E7538BD0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126F31-96FE-4F59-98BD-827DD076BE3B}"/>
              </a:ext>
            </a:extLst>
          </p:cNvPr>
          <p:cNvSpPr/>
          <p:nvPr/>
        </p:nvSpPr>
        <p:spPr>
          <a:xfrm>
            <a:off x="8269356" y="5575852"/>
            <a:ext cx="1063487" cy="347870"/>
          </a:xfrm>
          <a:prstGeom prst="roundRect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6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2B57-F6C9-4658-A56B-C7DFB414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38EAC-223B-4B13-9710-DEB7D932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24F5F-2157-47B1-82C8-402C627239C2}"/>
                  </a:ext>
                </a:extLst>
              </p:cNvPr>
              <p:cNvSpPr txBox="1"/>
              <p:nvPr/>
            </p:nvSpPr>
            <p:spPr>
              <a:xfrm>
                <a:off x="2678047" y="1001824"/>
                <a:ext cx="6044537" cy="725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3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IN" sz="3600" i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24F5F-2157-47B1-82C8-402C62723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047" y="1001824"/>
                <a:ext cx="6044537" cy="7252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ADD5A5-BC8B-4448-ACB4-108AFAFB6598}"/>
                  </a:ext>
                </a:extLst>
              </p:cNvPr>
              <p:cNvSpPr txBox="1"/>
              <p:nvPr/>
            </p:nvSpPr>
            <p:spPr>
              <a:xfrm>
                <a:off x="1743766" y="1944046"/>
                <a:ext cx="9233453" cy="895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</m:oMath>
                </a14:m>
                <a:r>
                  <a:rPr lang="en-IN" sz="2400" dirty="0"/>
                  <a:t> is </a:t>
                </a:r>
                <a:r>
                  <a:rPr lang="en-IN" sz="2400" dirty="0">
                    <a:solidFill>
                      <a:srgbClr val="C00000"/>
                    </a:solidFill>
                  </a:rPr>
                  <a:t>absorbed</a:t>
                </a:r>
                <a:r>
                  <a:rPr lang="en-IN" sz="24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  <a:r>
                  <a:rPr lang="en-IN" sz="2400" dirty="0">
                    <a:sym typeface="Wingdings" panose="05000000000000000000" pitchFamily="2" charset="2"/>
                  </a:rPr>
                  <a:t> These two matrices are fixed after pretraining. 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IN" sz="2400" dirty="0"/>
                  <a:t> can be precomputed only once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ADD5A5-BC8B-4448-ACB4-108AFAFB6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66" y="1944046"/>
                <a:ext cx="9233453" cy="895758"/>
              </a:xfrm>
              <a:prstGeom prst="rect">
                <a:avLst/>
              </a:prstGeom>
              <a:blipFill>
                <a:blip r:embed="rId3"/>
                <a:stretch>
                  <a:fillRect l="-990" t="-5442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2E4EB82-19BC-422C-93D8-64A72DEE0B18}"/>
              </a:ext>
            </a:extLst>
          </p:cNvPr>
          <p:cNvSpPr txBox="1"/>
          <p:nvPr/>
        </p:nvSpPr>
        <p:spPr>
          <a:xfrm>
            <a:off x="607392" y="3031339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Output embedding: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3CD45-EE6E-4CAF-92F7-3BEFE261D592}"/>
                  </a:ext>
                </a:extLst>
              </p:cNvPr>
              <p:cNvSpPr txBox="1"/>
              <p:nvPr/>
            </p:nvSpPr>
            <p:spPr>
              <a:xfrm>
                <a:off x="1743766" y="3554559"/>
                <a:ext cx="976685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3600" dirty="0"/>
                  <a:t> </a:t>
                </a:r>
                <a14:m>
                  <m:oMath xmlns:m="http://schemas.openxmlformats.org/officeDocument/2006/math">
                    <m:r>
                      <a:rPr lang="en-IN" sz="3600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𝐷𝐾𝑉</m:t>
                        </m:r>
                      </m:sub>
                    </m:sSub>
                    <m:sSub>
                      <m:sSub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  <m:sSub>
                      <m:sSub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IN" sz="36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3CD45-EE6E-4CAF-92F7-3BEFE261D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66" y="3554559"/>
                <a:ext cx="976685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83D6B9-164C-4B3F-8AA5-D857BEDB9D45}"/>
              </a:ext>
            </a:extLst>
          </p:cNvPr>
          <p:cNvSpPr/>
          <p:nvPr/>
        </p:nvSpPr>
        <p:spPr>
          <a:xfrm>
            <a:off x="5356979" y="1075395"/>
            <a:ext cx="1520687" cy="611494"/>
          </a:xfrm>
          <a:prstGeom prst="roundRect">
            <a:avLst/>
          </a:prstGeom>
          <a:solidFill>
            <a:srgbClr val="C0000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C9B50D-3119-4512-A961-0F12252A0BC0}"/>
              </a:ext>
            </a:extLst>
          </p:cNvPr>
          <p:cNvSpPr/>
          <p:nvPr/>
        </p:nvSpPr>
        <p:spPr>
          <a:xfrm>
            <a:off x="7091688" y="1062690"/>
            <a:ext cx="786737" cy="611494"/>
          </a:xfrm>
          <a:prstGeom prst="roundRect">
            <a:avLst/>
          </a:prstGeom>
          <a:solidFill>
            <a:schemeClr val="accent1">
              <a:lumMod val="75000"/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7B7A2B-631F-4607-BEA5-DB9ADFD66A10}"/>
                  </a:ext>
                </a:extLst>
              </p:cNvPr>
              <p:cNvSpPr txBox="1"/>
              <p:nvPr/>
            </p:nvSpPr>
            <p:spPr>
              <a:xfrm>
                <a:off x="4198841" y="4183236"/>
                <a:ext cx="62186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𝑋</m:t>
                      </m:r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𝐷𝐾𝑉</m:t>
                          </m:r>
                        </m:sub>
                      </m:sSub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𝑈𝑉</m:t>
                          </m:r>
                        </m:sub>
                      </m:sSub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6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7B7A2B-631F-4607-BEA5-DB9ADFD66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841" y="4183236"/>
                <a:ext cx="621869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3B8589-E8B3-4E7C-A959-71145FFFCD07}"/>
                  </a:ext>
                </a:extLst>
              </p:cNvPr>
              <p:cNvSpPr txBox="1"/>
              <p:nvPr/>
            </p:nvSpPr>
            <p:spPr>
              <a:xfrm>
                <a:off x="4198840" y="4935951"/>
                <a:ext cx="62186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𝐾𝑉</m:t>
                          </m:r>
                        </m:sub>
                      </m:sSub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3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𝑈𝑉</m:t>
                          </m:r>
                        </m:sub>
                      </m:sSub>
                      <m:sSub>
                        <m:sSub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IN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6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3B8589-E8B3-4E7C-A959-71145FFFC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840" y="4935951"/>
                <a:ext cx="621869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CAC78F-6911-43C6-9255-0882C2D78B4B}"/>
              </a:ext>
            </a:extLst>
          </p:cNvPr>
          <p:cNvSpPr/>
          <p:nvPr/>
        </p:nvSpPr>
        <p:spPr>
          <a:xfrm>
            <a:off x="7897039" y="4985642"/>
            <a:ext cx="1520687" cy="611494"/>
          </a:xfrm>
          <a:prstGeom prst="roundRect">
            <a:avLst/>
          </a:prstGeom>
          <a:solidFill>
            <a:srgbClr val="C0000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9FD013-1354-4D88-9C5D-DD56C102ACD2}"/>
              </a:ext>
            </a:extLst>
          </p:cNvPr>
          <p:cNvSpPr/>
          <p:nvPr/>
        </p:nvSpPr>
        <p:spPr>
          <a:xfrm>
            <a:off x="6753976" y="4973012"/>
            <a:ext cx="786737" cy="611494"/>
          </a:xfrm>
          <a:prstGeom prst="roundRect">
            <a:avLst/>
          </a:prstGeom>
          <a:solidFill>
            <a:schemeClr val="accent1">
              <a:lumMod val="75000"/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D14762-FA94-4141-83BC-CDE51DB24F11}"/>
                  </a:ext>
                </a:extLst>
              </p:cNvPr>
              <p:cNvSpPr txBox="1"/>
              <p:nvPr/>
            </p:nvSpPr>
            <p:spPr>
              <a:xfrm>
                <a:off x="1933496" y="5834471"/>
                <a:ext cx="923345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</m:oMath>
                </a14:m>
                <a:r>
                  <a:rPr lang="en-IN" sz="2400" dirty="0"/>
                  <a:t> is </a:t>
                </a:r>
                <a:r>
                  <a:rPr lang="en-IN" sz="2400" dirty="0">
                    <a:solidFill>
                      <a:srgbClr val="C00000"/>
                    </a:solidFill>
                  </a:rPr>
                  <a:t>absorbed</a:t>
                </a:r>
                <a:r>
                  <a:rPr lang="en-IN" sz="24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  <a:r>
                  <a:rPr lang="en-IN" sz="2400" dirty="0">
                    <a:sym typeface="Wingdings" panose="05000000000000000000" pitchFamily="2" charset="2"/>
                  </a:rPr>
                  <a:t> These two matrices are fixed after pretraining. 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sub>
                    </m:sSub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IN" sz="2400" dirty="0"/>
                  <a:t> can be precomputed only once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D14762-FA94-4141-83BC-CDE51DB24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96" y="5834471"/>
                <a:ext cx="9233453" cy="830997"/>
              </a:xfrm>
              <a:prstGeom prst="rect">
                <a:avLst/>
              </a:prstGeom>
              <a:blipFill>
                <a:blip r:embed="rId7"/>
                <a:stretch>
                  <a:fillRect l="-990" t="-5882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79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2CA7-2D9F-4646-9FC7-F1007EFF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Computation: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D88AF-90FB-4006-B08C-5E99716E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A6828-2DCE-47EF-B8A4-0E155C14FAAC}"/>
              </a:ext>
            </a:extLst>
          </p:cNvPr>
          <p:cNvSpPr txBox="1"/>
          <p:nvPr/>
        </p:nvSpPr>
        <p:spPr>
          <a:xfrm>
            <a:off x="4287519" y="1023520"/>
            <a:ext cx="34747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Consider that 4 tokens have already been generated and the decoder is to spit out the 5</a:t>
            </a:r>
            <a:r>
              <a:rPr lang="en-IN" sz="2000" baseline="30000" dirty="0"/>
              <a:t>th</a:t>
            </a:r>
            <a:r>
              <a:rPr lang="en-IN" sz="2000" dirty="0"/>
              <a:t> token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0A358F-CF45-4ADA-B72E-4F94BAA4F974}"/>
              </a:ext>
            </a:extLst>
          </p:cNvPr>
          <p:cNvSpPr/>
          <p:nvPr/>
        </p:nvSpPr>
        <p:spPr>
          <a:xfrm>
            <a:off x="1463040" y="1134942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CD0B7D-1D79-4F4C-8A46-81AB6DDEECED}"/>
              </a:ext>
            </a:extLst>
          </p:cNvPr>
          <p:cNvSpPr/>
          <p:nvPr/>
        </p:nvSpPr>
        <p:spPr>
          <a:xfrm>
            <a:off x="1463040" y="1378782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F4C2F1-D37B-4EF3-AAA2-F062310EBFE0}"/>
              </a:ext>
            </a:extLst>
          </p:cNvPr>
          <p:cNvSpPr/>
          <p:nvPr/>
        </p:nvSpPr>
        <p:spPr>
          <a:xfrm>
            <a:off x="1452880" y="1632782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0BB548-42F8-442C-8128-994CFD8537F6}"/>
              </a:ext>
            </a:extLst>
          </p:cNvPr>
          <p:cNvSpPr/>
          <p:nvPr/>
        </p:nvSpPr>
        <p:spPr>
          <a:xfrm>
            <a:off x="1452880" y="1876622"/>
            <a:ext cx="1371600" cy="16256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C210E1-16B5-4D18-8168-12F0C323100B}"/>
                  </a:ext>
                </a:extLst>
              </p:cNvPr>
              <p:cNvSpPr txBox="1"/>
              <p:nvPr/>
            </p:nvSpPr>
            <p:spPr>
              <a:xfrm>
                <a:off x="1160497" y="1494282"/>
                <a:ext cx="2124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C210E1-16B5-4D18-8168-12F0C3231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97" y="1494282"/>
                <a:ext cx="212429" cy="276999"/>
              </a:xfrm>
              <a:prstGeom prst="rect">
                <a:avLst/>
              </a:prstGeom>
              <a:blipFill>
                <a:blip r:embed="rId2"/>
                <a:stretch>
                  <a:fillRect l="-22857" r="-25714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02D30B2-0A58-4BF9-8141-5FFFE5C4C03A}"/>
              </a:ext>
            </a:extLst>
          </p:cNvPr>
          <p:cNvSpPr txBox="1"/>
          <p:nvPr/>
        </p:nvSpPr>
        <p:spPr>
          <a:xfrm>
            <a:off x="1864406" y="2039182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(4,8)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0795F-5F24-48B3-A2A7-44F5C1F7DAB8}"/>
              </a:ext>
            </a:extLst>
          </p:cNvPr>
          <p:cNvSpPr txBox="1"/>
          <p:nvPr/>
        </p:nvSpPr>
        <p:spPr>
          <a:xfrm>
            <a:off x="1162199" y="2545454"/>
            <a:ext cx="437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Compute the absorbed query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1F8890-4DCD-450D-98BF-1A409D7498C5}"/>
              </a:ext>
            </a:extLst>
          </p:cNvPr>
          <p:cNvSpPr/>
          <p:nvPr/>
        </p:nvSpPr>
        <p:spPr>
          <a:xfrm>
            <a:off x="562759" y="2519439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C61AF9-1AD7-40EF-88A9-625FC809B1D8}"/>
              </a:ext>
            </a:extLst>
          </p:cNvPr>
          <p:cNvGrpSpPr/>
          <p:nvPr/>
        </p:nvGrpSpPr>
        <p:grpSpPr>
          <a:xfrm>
            <a:off x="1265349" y="3007119"/>
            <a:ext cx="2451344" cy="670320"/>
            <a:chOff x="1265349" y="3007119"/>
            <a:chExt cx="2451344" cy="670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D94F5D1-A9AB-40A9-BBC9-84E6397F667A}"/>
                    </a:ext>
                  </a:extLst>
                </p:cNvPr>
                <p:cNvSpPr txBox="1"/>
                <p:nvPr/>
              </p:nvSpPr>
              <p:spPr>
                <a:xfrm>
                  <a:off x="1292953" y="3007119"/>
                  <a:ext cx="2423740" cy="407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D94F5D1-A9AB-40A9-BBC9-84E6397F6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953" y="3007119"/>
                  <a:ext cx="2423740" cy="407997"/>
                </a:xfrm>
                <a:prstGeom prst="rect">
                  <a:avLst/>
                </a:prstGeom>
                <a:blipFill>
                  <a:blip r:embed="rId3"/>
                  <a:stretch>
                    <a:fillRect l="-3518" r="-4020" b="-2686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148608-BFF6-4998-8446-F76C267848FC}"/>
                </a:ext>
              </a:extLst>
            </p:cNvPr>
            <p:cNvSpPr txBox="1"/>
            <p:nvPr/>
          </p:nvSpPr>
          <p:spPr>
            <a:xfrm>
              <a:off x="1956275" y="3359502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(1,8)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237E42-8FFE-4EEE-9053-F16605884F49}"/>
                </a:ext>
              </a:extLst>
            </p:cNvPr>
            <p:cNvSpPr txBox="1"/>
            <p:nvPr/>
          </p:nvSpPr>
          <p:spPr>
            <a:xfrm>
              <a:off x="2433795" y="3359502"/>
              <a:ext cx="5881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(8, 8)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BDC19E-CC7D-48BD-A8A3-1A2B1E92186C}"/>
                </a:ext>
              </a:extLst>
            </p:cNvPr>
            <p:cNvSpPr txBox="1"/>
            <p:nvPr/>
          </p:nvSpPr>
          <p:spPr>
            <a:xfrm>
              <a:off x="2921475" y="3369662"/>
              <a:ext cx="5881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(8, 4)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700E7D-99D9-40EB-BB52-E20A5F036226}"/>
                </a:ext>
              </a:extLst>
            </p:cNvPr>
            <p:cNvSpPr txBox="1"/>
            <p:nvPr/>
          </p:nvSpPr>
          <p:spPr>
            <a:xfrm>
              <a:off x="1265349" y="3369662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(1,4)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8D340-CB89-44DE-B1B9-DF7098B836C0}"/>
                  </a:ext>
                </a:extLst>
              </p:cNvPr>
              <p:cNvSpPr txBox="1"/>
              <p:nvPr/>
            </p:nvSpPr>
            <p:spPr>
              <a:xfrm>
                <a:off x="6370319" y="2596013"/>
                <a:ext cx="45280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Compute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</m:sSub>
                  </m:oMath>
                </a14:m>
                <a:r>
                  <a:rPr lang="en-IN" sz="2400" dirty="0"/>
                  <a:t>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8D340-CB89-44DE-B1B9-DF7098B83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19" y="2596013"/>
                <a:ext cx="4528099" cy="461665"/>
              </a:xfrm>
              <a:prstGeom prst="rect">
                <a:avLst/>
              </a:prstGeom>
              <a:blipFill>
                <a:blip r:embed="rId4"/>
                <a:stretch>
                  <a:fillRect l="-2019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14C4DD7D-75CB-4F39-A6A0-4298A8193508}"/>
              </a:ext>
            </a:extLst>
          </p:cNvPr>
          <p:cNvSpPr/>
          <p:nvPr/>
        </p:nvSpPr>
        <p:spPr>
          <a:xfrm>
            <a:off x="5770879" y="2569998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67DA60-3D97-4AB3-838A-A02A08323B16}"/>
              </a:ext>
            </a:extLst>
          </p:cNvPr>
          <p:cNvGrpSpPr/>
          <p:nvPr/>
        </p:nvGrpSpPr>
        <p:grpSpPr>
          <a:xfrm>
            <a:off x="6480753" y="3017038"/>
            <a:ext cx="2074414" cy="741440"/>
            <a:chOff x="6480753" y="3017038"/>
            <a:chExt cx="2074414" cy="74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DE453A4-94EE-40B0-9F67-B50352BF560C}"/>
                    </a:ext>
                  </a:extLst>
                </p:cNvPr>
                <p:cNvSpPr txBox="1"/>
                <p:nvPr/>
              </p:nvSpPr>
              <p:spPr>
                <a:xfrm>
                  <a:off x="6480753" y="3017038"/>
                  <a:ext cx="2074414" cy="4638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𝐾𝑉</m:t>
                            </m:r>
                          </m:sub>
                          <m:sup>
                            <m:r>
                              <a:rPr lang="en-IN" sz="2400" b="0" i="0" smtClean="0">
                                <a:latin typeface="Cambria Math" panose="02040503050406030204" pitchFamily="18" charset="0"/>
                              </a:rPr>
                              <m:t>(5)</m:t>
                            </m:r>
                          </m:sup>
                        </m:sSub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𝐷𝐾𝑉</m:t>
                            </m:r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DE453A4-94EE-40B0-9F67-B50352BF5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753" y="3017038"/>
                  <a:ext cx="2074414" cy="46384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10DD4BE-91F4-441E-BE16-6DDE10AF3D7E}"/>
                </a:ext>
              </a:extLst>
            </p:cNvPr>
            <p:cNvSpPr txBox="1"/>
            <p:nvPr/>
          </p:nvSpPr>
          <p:spPr>
            <a:xfrm>
              <a:off x="7316795" y="3410061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(1,8)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112534-D8F4-4BF4-8890-FC45AD7D4E74}"/>
                </a:ext>
              </a:extLst>
            </p:cNvPr>
            <p:cNvSpPr txBox="1"/>
            <p:nvPr/>
          </p:nvSpPr>
          <p:spPr>
            <a:xfrm>
              <a:off x="7753675" y="3410061"/>
              <a:ext cx="5881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(8, 4)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ECA141-9EDD-40BE-9318-BA7F77965307}"/>
                </a:ext>
              </a:extLst>
            </p:cNvPr>
            <p:cNvSpPr txBox="1"/>
            <p:nvPr/>
          </p:nvSpPr>
          <p:spPr>
            <a:xfrm>
              <a:off x="6483629" y="3450701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(1,4)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593FB-EF2C-4B80-B62D-88E3004D2875}"/>
                  </a:ext>
                </a:extLst>
              </p:cNvPr>
              <p:cNvSpPr txBox="1"/>
              <p:nvPr/>
            </p:nvSpPr>
            <p:spPr>
              <a:xfrm>
                <a:off x="7622431" y="1347052"/>
                <a:ext cx="3777753" cy="51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𝑈𝐾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IN" sz="2400" i="1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593FB-EF2C-4B80-B62D-88E3004D2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431" y="1347052"/>
                <a:ext cx="3777753" cy="5141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53FB99-D7A9-4D98-8590-467088583DC1}"/>
                  </a:ext>
                </a:extLst>
              </p:cNvPr>
              <p:cNvSpPr txBox="1"/>
              <p:nvPr/>
            </p:nvSpPr>
            <p:spPr>
              <a:xfrm>
                <a:off x="1160497" y="3752895"/>
                <a:ext cx="4652299" cy="556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Append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(5)</m:t>
                        </m:r>
                      </m:sup>
                    </m:sSubSup>
                  </m:oMath>
                </a14:m>
                <a:r>
                  <a:rPr lang="en-IN" sz="2400" dirty="0"/>
                  <a:t> to existing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𝐾𝑉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53FB99-D7A9-4D98-8590-467088583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97" y="3752895"/>
                <a:ext cx="4652299" cy="556178"/>
              </a:xfrm>
              <a:prstGeom prst="rect">
                <a:avLst/>
              </a:prstGeom>
              <a:blipFill>
                <a:blip r:embed="rId7"/>
                <a:stretch>
                  <a:fillRect l="-1963" b="-219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C290C1B8-CDB6-4A32-9E5D-B20BB376E6C6}"/>
              </a:ext>
            </a:extLst>
          </p:cNvPr>
          <p:cNvSpPr/>
          <p:nvPr/>
        </p:nvSpPr>
        <p:spPr>
          <a:xfrm>
            <a:off x="561057" y="3798000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B1D006-004E-4629-AB57-72B237F2E435}"/>
              </a:ext>
            </a:extLst>
          </p:cNvPr>
          <p:cNvGrpSpPr/>
          <p:nvPr/>
        </p:nvGrpSpPr>
        <p:grpSpPr>
          <a:xfrm>
            <a:off x="1241946" y="4527339"/>
            <a:ext cx="1127139" cy="1429331"/>
            <a:chOff x="1241946" y="4527339"/>
            <a:chExt cx="1127139" cy="142933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652E59C-0683-4311-836E-3432103EB399}"/>
                </a:ext>
              </a:extLst>
            </p:cNvPr>
            <p:cNvSpPr/>
            <p:nvPr/>
          </p:nvSpPr>
          <p:spPr>
            <a:xfrm>
              <a:off x="1241946" y="5083375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E9088B1-DBCE-4E6C-AFD7-A81022968FA3}"/>
                </a:ext>
              </a:extLst>
            </p:cNvPr>
            <p:cNvSpPr/>
            <p:nvPr/>
          </p:nvSpPr>
          <p:spPr>
            <a:xfrm>
              <a:off x="1258709" y="4799732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48941A4-54BB-4356-B72B-1233F78BFE84}"/>
                </a:ext>
              </a:extLst>
            </p:cNvPr>
            <p:cNvSpPr/>
            <p:nvPr/>
          </p:nvSpPr>
          <p:spPr>
            <a:xfrm rot="10800000">
              <a:off x="1258709" y="4527339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88A79A7-50D4-4E11-8898-E336B74BF723}"/>
                </a:ext>
              </a:extLst>
            </p:cNvPr>
            <p:cNvSpPr/>
            <p:nvPr/>
          </p:nvSpPr>
          <p:spPr>
            <a:xfrm>
              <a:off x="1241946" y="5355768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6023A6-AFF9-4AD7-BD94-76C71163D87B}"/>
                </a:ext>
              </a:extLst>
            </p:cNvPr>
            <p:cNvSpPr txBox="1"/>
            <p:nvPr/>
          </p:nvSpPr>
          <p:spPr>
            <a:xfrm>
              <a:off x="1522860" y="5648893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(4,4)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9D4C366-65AC-470D-BE85-90F9F29A3BD5}"/>
              </a:ext>
            </a:extLst>
          </p:cNvPr>
          <p:cNvCxnSpPr>
            <a:cxnSpLocks/>
          </p:cNvCxnSpPr>
          <p:nvPr/>
        </p:nvCxnSpPr>
        <p:spPr>
          <a:xfrm flipV="1">
            <a:off x="2848782" y="5170248"/>
            <a:ext cx="584201" cy="11581"/>
          </a:xfrm>
          <a:prstGeom prst="straightConnector1">
            <a:avLst/>
          </a:prstGeom>
          <a:ln w="603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50AB825-3C39-4367-A58B-856410446A46}"/>
                  </a:ext>
                </a:extLst>
              </p:cNvPr>
              <p:cNvSpPr txBox="1"/>
              <p:nvPr/>
            </p:nvSpPr>
            <p:spPr>
              <a:xfrm>
                <a:off x="6412236" y="3873906"/>
                <a:ext cx="5015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Computing attention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50AB825-3C39-4367-A58B-85641044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36" y="3873906"/>
                <a:ext cx="5015989" cy="461665"/>
              </a:xfrm>
              <a:prstGeom prst="rect">
                <a:avLst/>
              </a:prstGeom>
              <a:blipFill>
                <a:blip r:embed="rId8"/>
                <a:stretch>
                  <a:fillRect l="-1944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EB2B4E32-0AB7-43D4-8AC0-1D8F247C5E49}"/>
              </a:ext>
            </a:extLst>
          </p:cNvPr>
          <p:cNvSpPr/>
          <p:nvPr/>
        </p:nvSpPr>
        <p:spPr>
          <a:xfrm>
            <a:off x="5812796" y="3919011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63F631-9004-42C4-B2B3-103016BD30F9}"/>
                  </a:ext>
                </a:extLst>
              </p:cNvPr>
              <p:cNvSpPr txBox="1"/>
              <p:nvPr/>
            </p:nvSpPr>
            <p:spPr>
              <a:xfrm>
                <a:off x="6480753" y="4395437"/>
                <a:ext cx="1650195" cy="378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𝐾𝑉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63F631-9004-42C4-B2B3-103016BD3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753" y="4395437"/>
                <a:ext cx="1650195" cy="378630"/>
              </a:xfrm>
              <a:prstGeom prst="rect">
                <a:avLst/>
              </a:prstGeom>
              <a:blipFill>
                <a:blip r:embed="rId9"/>
                <a:stretch>
                  <a:fillRect l="-3690" r="-738" b="-290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962371F-950C-4E42-B10A-9EBF8B560927}"/>
              </a:ext>
            </a:extLst>
          </p:cNvPr>
          <p:cNvSpPr txBox="1"/>
          <p:nvPr/>
        </p:nvSpPr>
        <p:spPr>
          <a:xfrm>
            <a:off x="6400799" y="474653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(1,5)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A5CB45-735A-4DDE-9C0A-49BA8F6FD0EE}"/>
              </a:ext>
            </a:extLst>
          </p:cNvPr>
          <p:cNvSpPr txBox="1"/>
          <p:nvPr/>
        </p:nvSpPr>
        <p:spPr>
          <a:xfrm>
            <a:off x="7119464" y="476417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(1,4)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1616B5-625B-40F0-B519-433FBF5393BF}"/>
              </a:ext>
            </a:extLst>
          </p:cNvPr>
          <p:cNvSpPr txBox="1"/>
          <p:nvPr/>
        </p:nvSpPr>
        <p:spPr>
          <a:xfrm>
            <a:off x="7538280" y="4753492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(4,5)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8BD5A0-6E6C-467E-A722-24810BE81C82}"/>
                  </a:ext>
                </a:extLst>
              </p:cNvPr>
              <p:cNvSpPr txBox="1"/>
              <p:nvPr/>
            </p:nvSpPr>
            <p:spPr>
              <a:xfrm>
                <a:off x="6372480" y="5402228"/>
                <a:ext cx="53564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Computing output projection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8BD5A0-6E6C-467E-A722-24810BE81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480" y="5402228"/>
                <a:ext cx="5356466" cy="461665"/>
              </a:xfrm>
              <a:prstGeom prst="rect">
                <a:avLst/>
              </a:prstGeom>
              <a:blipFill>
                <a:blip r:embed="rId10"/>
                <a:stretch>
                  <a:fillRect l="-1706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1CFABB07-9911-4B80-8BA1-559FBADCF610}"/>
              </a:ext>
            </a:extLst>
          </p:cNvPr>
          <p:cNvSpPr/>
          <p:nvPr/>
        </p:nvSpPr>
        <p:spPr>
          <a:xfrm>
            <a:off x="5812796" y="5397638"/>
            <a:ext cx="487680" cy="48768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C6BFE7-617F-4C19-BBED-253565E45CD9}"/>
              </a:ext>
            </a:extLst>
          </p:cNvPr>
          <p:cNvGrpSpPr/>
          <p:nvPr/>
        </p:nvGrpSpPr>
        <p:grpSpPr>
          <a:xfrm>
            <a:off x="6388871" y="5923759"/>
            <a:ext cx="2966836" cy="676518"/>
            <a:chOff x="6388871" y="5923759"/>
            <a:chExt cx="2966836" cy="676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D467724-E164-4CED-B69A-88134DA625F7}"/>
                    </a:ext>
                  </a:extLst>
                </p:cNvPr>
                <p:cNvSpPr txBox="1"/>
                <p:nvPr/>
              </p:nvSpPr>
              <p:spPr>
                <a:xfrm>
                  <a:off x="6480753" y="5923759"/>
                  <a:ext cx="287495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𝐾𝑉</m:t>
                            </m:r>
                          </m:sub>
                        </m:sSub>
                        <m:d>
                          <m:d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𝑈𝑉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D467724-E164-4CED-B69A-88134DA62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753" y="5923759"/>
                  <a:ext cx="287495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907" b="-1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046080E-3264-4855-98F0-55BF95FD36E8}"/>
                </a:ext>
              </a:extLst>
            </p:cNvPr>
            <p:cNvSpPr txBox="1"/>
            <p:nvPr/>
          </p:nvSpPr>
          <p:spPr>
            <a:xfrm>
              <a:off x="6388871" y="6274855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(1,8)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AD2EDE-50F0-4C08-934F-F217677BD3C4}"/>
                </a:ext>
              </a:extLst>
            </p:cNvPr>
            <p:cNvSpPr txBox="1"/>
            <p:nvPr/>
          </p:nvSpPr>
          <p:spPr>
            <a:xfrm>
              <a:off x="7119464" y="6292500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(1,5)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C0D665-96B9-46BA-8386-1EB95FDA7075}"/>
                </a:ext>
              </a:extLst>
            </p:cNvPr>
            <p:cNvSpPr txBox="1"/>
            <p:nvPr/>
          </p:nvSpPr>
          <p:spPr>
            <a:xfrm>
              <a:off x="7548440" y="6281814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(5,4)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BC4922C-CA80-4A28-B47E-C04E341D31FD}"/>
                </a:ext>
              </a:extLst>
            </p:cNvPr>
            <p:cNvSpPr txBox="1"/>
            <p:nvPr/>
          </p:nvSpPr>
          <p:spPr>
            <a:xfrm>
              <a:off x="8206076" y="6292500"/>
              <a:ext cx="5881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(4, 8)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D1FC5A1-3FF6-4645-A10D-68BB987BCC08}"/>
                </a:ext>
              </a:extLst>
            </p:cNvPr>
            <p:cNvSpPr txBox="1"/>
            <p:nvPr/>
          </p:nvSpPr>
          <p:spPr>
            <a:xfrm>
              <a:off x="8694445" y="6281814"/>
              <a:ext cx="5881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(8, 8)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CF8BBE6-2DC8-44F4-B356-79278E9C348F}"/>
              </a:ext>
            </a:extLst>
          </p:cNvPr>
          <p:cNvGrpSpPr/>
          <p:nvPr/>
        </p:nvGrpSpPr>
        <p:grpSpPr>
          <a:xfrm>
            <a:off x="3929443" y="4528316"/>
            <a:ext cx="1127139" cy="1679898"/>
            <a:chOff x="3929443" y="4528316"/>
            <a:chExt cx="1127139" cy="167989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25DE223-AB7C-4AC0-85A3-E9B3A0476EBD}"/>
                </a:ext>
              </a:extLst>
            </p:cNvPr>
            <p:cNvSpPr txBox="1"/>
            <p:nvPr/>
          </p:nvSpPr>
          <p:spPr>
            <a:xfrm>
              <a:off x="4210357" y="5900437"/>
              <a:ext cx="548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(5,4)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0AD9343-3ACF-4C17-8E01-08F1F6F92C46}"/>
                </a:ext>
              </a:extLst>
            </p:cNvPr>
            <p:cNvSpPr/>
            <p:nvPr/>
          </p:nvSpPr>
          <p:spPr>
            <a:xfrm>
              <a:off x="3929443" y="5084352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F1AB480-FECD-404F-935F-65B6E0AE6A73}"/>
                </a:ext>
              </a:extLst>
            </p:cNvPr>
            <p:cNvSpPr/>
            <p:nvPr/>
          </p:nvSpPr>
          <p:spPr>
            <a:xfrm>
              <a:off x="3946206" y="4800709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AA270B6-252F-4258-A45F-DA7DA7BD5D08}"/>
                </a:ext>
              </a:extLst>
            </p:cNvPr>
            <p:cNvSpPr/>
            <p:nvPr/>
          </p:nvSpPr>
          <p:spPr>
            <a:xfrm rot="10800000">
              <a:off x="3946206" y="4528316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D6BF0A2-DAC9-44EA-8E5E-D7FBCEB19F47}"/>
                </a:ext>
              </a:extLst>
            </p:cNvPr>
            <p:cNvSpPr/>
            <p:nvPr/>
          </p:nvSpPr>
          <p:spPr>
            <a:xfrm>
              <a:off x="3929443" y="5356745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91A8479-AF9F-4348-9DA6-3395AB6E827C}"/>
                </a:ext>
              </a:extLst>
            </p:cNvPr>
            <p:cNvSpPr/>
            <p:nvPr/>
          </p:nvSpPr>
          <p:spPr>
            <a:xfrm>
              <a:off x="3929443" y="5650548"/>
              <a:ext cx="1110376" cy="19690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8986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20" grpId="0"/>
      <p:bldP spid="21" grpId="0" animBg="1"/>
      <p:bldP spid="28" grpId="0"/>
      <p:bldP spid="29" grpId="0" animBg="1"/>
      <p:bldP spid="42" grpId="0"/>
      <p:bldP spid="43" grpId="0" animBg="1"/>
      <p:bldP spid="44" grpId="0"/>
      <p:bldP spid="45" grpId="0"/>
      <p:bldP spid="46" grpId="0"/>
      <p:bldP spid="47" grpId="0"/>
      <p:bldP spid="48" grpId="0"/>
      <p:bldP spid="4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578-59BE-4046-ACC7-8C4B4306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Applying </a:t>
            </a:r>
            <a:r>
              <a:rPr lang="en-IN" dirty="0" err="1"/>
              <a:t>RoPE</a:t>
            </a:r>
            <a:r>
              <a:rPr lang="en-IN" dirty="0"/>
              <a:t> with MLA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11C5-2F15-4717-9321-2080CBFA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BD8C9-CD27-4FDB-AF5D-4480E26852F3}"/>
                  </a:ext>
                </a:extLst>
              </p:cNvPr>
              <p:cNvSpPr txBox="1"/>
              <p:nvPr/>
            </p:nvSpPr>
            <p:spPr>
              <a:xfrm>
                <a:off x="1330960" y="1201532"/>
                <a:ext cx="9814559" cy="98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solidFill>
                      <a:srgbClr val="0070C0"/>
                    </a:solidFill>
                  </a:rPr>
                  <a:t>MLA stands on the idea of absorption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𝑈𝐾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70C0"/>
                    </a:solidFill>
                  </a:rPr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70C0"/>
                    </a:solidFill>
                  </a:rPr>
                  <a:t> and that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70C0"/>
                    </a:solidFill>
                  </a:rPr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BD8C9-CD27-4FDB-AF5D-4480E2685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60" y="1201532"/>
                <a:ext cx="9814559" cy="984500"/>
              </a:xfrm>
              <a:prstGeom prst="rect">
                <a:avLst/>
              </a:prstGeom>
              <a:blipFill>
                <a:blip r:embed="rId2"/>
                <a:stretch>
                  <a:fillRect l="-1242" t="-6173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7F4F01A-AC79-4B86-839A-5F16E03054CE}"/>
              </a:ext>
            </a:extLst>
          </p:cNvPr>
          <p:cNvGrpSpPr/>
          <p:nvPr/>
        </p:nvGrpSpPr>
        <p:grpSpPr>
          <a:xfrm>
            <a:off x="419588" y="2687022"/>
            <a:ext cx="3706887" cy="1757127"/>
            <a:chOff x="419588" y="2687022"/>
            <a:chExt cx="3706887" cy="17571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5A2503A-34A6-4130-9B4D-5CCF7A6D377B}"/>
                </a:ext>
              </a:extLst>
            </p:cNvPr>
            <p:cNvSpPr/>
            <p:nvPr/>
          </p:nvSpPr>
          <p:spPr>
            <a:xfrm>
              <a:off x="701040" y="2687022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E570C82-5DDC-4F11-BCAC-CECA619DAD0E}"/>
                </a:ext>
              </a:extLst>
            </p:cNvPr>
            <p:cNvSpPr/>
            <p:nvPr/>
          </p:nvSpPr>
          <p:spPr>
            <a:xfrm>
              <a:off x="701040" y="2930862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3883D51-5B3C-40F7-9FFE-15C922E8FA23}"/>
                </a:ext>
              </a:extLst>
            </p:cNvPr>
            <p:cNvSpPr/>
            <p:nvPr/>
          </p:nvSpPr>
          <p:spPr>
            <a:xfrm>
              <a:off x="690880" y="3184862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9AB64CA-0B4D-4E35-BE81-3F255F9AA509}"/>
                </a:ext>
              </a:extLst>
            </p:cNvPr>
            <p:cNvSpPr/>
            <p:nvPr/>
          </p:nvSpPr>
          <p:spPr>
            <a:xfrm>
              <a:off x="690880" y="4271982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37A17BA-8E5E-44DF-958C-2F5F2A3DFB05}"/>
                    </a:ext>
                  </a:extLst>
                </p:cNvPr>
                <p:cNvSpPr txBox="1"/>
                <p:nvPr/>
              </p:nvSpPr>
              <p:spPr>
                <a:xfrm>
                  <a:off x="419588" y="3625482"/>
                  <a:ext cx="2528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37A17BA-8E5E-44DF-958C-2F5F2A3DF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88" y="3625482"/>
                  <a:ext cx="25289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951" r="-7317" b="-2888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2F11FF-6617-41B7-B93C-250A66C87E4C}"/>
                </a:ext>
              </a:extLst>
            </p:cNvPr>
            <p:cNvSpPr/>
            <p:nvPr/>
          </p:nvSpPr>
          <p:spPr>
            <a:xfrm>
              <a:off x="701040" y="3682702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96031C8-3FB6-484C-910D-14D5E7B4344A}"/>
                </a:ext>
              </a:extLst>
            </p:cNvPr>
            <p:cNvSpPr/>
            <p:nvPr/>
          </p:nvSpPr>
          <p:spPr>
            <a:xfrm>
              <a:off x="2754875" y="2696629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AC28514-9F60-4C2F-9374-DBE29D5529CD}"/>
                </a:ext>
              </a:extLst>
            </p:cNvPr>
            <p:cNvSpPr/>
            <p:nvPr/>
          </p:nvSpPr>
          <p:spPr>
            <a:xfrm>
              <a:off x="2754875" y="2940469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7157E23-33A5-4BC3-A949-1BE4CDDAC8DB}"/>
                </a:ext>
              </a:extLst>
            </p:cNvPr>
            <p:cNvSpPr/>
            <p:nvPr/>
          </p:nvSpPr>
          <p:spPr>
            <a:xfrm>
              <a:off x="2744715" y="3194469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6265AF2-DD5B-453B-B325-C584881BF4F2}"/>
                </a:ext>
              </a:extLst>
            </p:cNvPr>
            <p:cNvSpPr/>
            <p:nvPr/>
          </p:nvSpPr>
          <p:spPr>
            <a:xfrm>
              <a:off x="2744715" y="4281589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6A7000A-9E51-4DE6-8204-2C32F649A2F7}"/>
                    </a:ext>
                  </a:extLst>
                </p:cNvPr>
                <p:cNvSpPr txBox="1"/>
                <p:nvPr/>
              </p:nvSpPr>
              <p:spPr>
                <a:xfrm>
                  <a:off x="2473423" y="3635089"/>
                  <a:ext cx="2589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6A7000A-9E51-4DE6-8204-2C32F649A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3423" y="3635089"/>
                  <a:ext cx="25898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1429" r="-9524" b="-1956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355DE3F-B535-4B77-9671-4F9A23BFF6FD}"/>
                </a:ext>
              </a:extLst>
            </p:cNvPr>
            <p:cNvSpPr/>
            <p:nvPr/>
          </p:nvSpPr>
          <p:spPr>
            <a:xfrm>
              <a:off x="2754875" y="3692309"/>
              <a:ext cx="1371600" cy="1625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C9749BC-798B-4F08-8E7B-89A150DF0AF9}"/>
              </a:ext>
            </a:extLst>
          </p:cNvPr>
          <p:cNvSpPr txBox="1"/>
          <p:nvPr/>
        </p:nvSpPr>
        <p:spPr>
          <a:xfrm>
            <a:off x="4506995" y="2686133"/>
            <a:ext cx="7235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Attention using </a:t>
            </a:r>
            <a:r>
              <a:rPr lang="en-IN" sz="2400" dirty="0" err="1"/>
              <a:t>RoPE</a:t>
            </a:r>
            <a:r>
              <a:rPr lang="en-IN" sz="2400" dirty="0"/>
              <a:t> embedded queries and keys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FB224F-A70F-4775-AE25-53B1B6A9D82F}"/>
                  </a:ext>
                </a:extLst>
              </p:cNvPr>
              <p:cNvSpPr txBox="1"/>
              <p:nvPr/>
            </p:nvSpPr>
            <p:spPr>
              <a:xfrm>
                <a:off x="4917440" y="3237234"/>
                <a:ext cx="6759927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1…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1…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p>
                            <m:sSupPr>
                              <m:ctrlPr>
                                <a:rPr lang="en-I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I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sup>
                      </m:sSubSup>
                      <m:sSubSup>
                        <m:sSubSupPr>
                          <m:ctrlP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1…</m:t>
                          </m:r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1…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FB224F-A70F-4775-AE25-53B1B6A9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440" y="3237234"/>
                <a:ext cx="6759927" cy="5267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C39E33-2900-40C1-8CA2-17E73A77C367}"/>
                  </a:ext>
                </a:extLst>
              </p:cNvPr>
              <p:cNvSpPr txBox="1"/>
              <p:nvPr/>
            </p:nvSpPr>
            <p:spPr>
              <a:xfrm>
                <a:off x="4983023" y="3974198"/>
                <a:ext cx="6759927" cy="534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en-IN" sz="2400" dirty="0">
                    <a:solidFill>
                      <a:srgbClr val="FF0000"/>
                    </a:solidFill>
                  </a:rPr>
                  <a:t> is changing for each input at inference time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C39E33-2900-40C1-8CA2-17E73A77C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023" y="3974198"/>
                <a:ext cx="6759927" cy="534121"/>
              </a:xfrm>
              <a:prstGeom prst="rect">
                <a:avLst/>
              </a:prstGeom>
              <a:blipFill>
                <a:blip r:embed="rId6"/>
                <a:stretch>
                  <a:fillRect b="-215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B1285D-8401-46B7-9EF0-CA9D89591B12}"/>
                  </a:ext>
                </a:extLst>
              </p:cNvPr>
              <p:cNvSpPr txBox="1"/>
              <p:nvPr/>
            </p:nvSpPr>
            <p:spPr>
              <a:xfrm>
                <a:off x="4996189" y="4560205"/>
                <a:ext cx="7114531" cy="970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sup>
                    </m:sSubSup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IN" sz="2400" dirty="0"/>
                  <a:t> cannot be precomputed or absorbed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B1285D-8401-46B7-9EF0-CA9D8959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189" y="4560205"/>
                <a:ext cx="7114531" cy="970907"/>
              </a:xfrm>
              <a:prstGeom prst="rect">
                <a:avLst/>
              </a:prstGeom>
              <a:blipFill>
                <a:blip r:embed="rId7"/>
                <a:stretch>
                  <a:fillRect l="-1371" b="-13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006EFA1-F49E-4C66-9CDB-ECBA557A51F3}"/>
              </a:ext>
            </a:extLst>
          </p:cNvPr>
          <p:cNvSpPr txBox="1"/>
          <p:nvPr/>
        </p:nvSpPr>
        <p:spPr>
          <a:xfrm>
            <a:off x="2255520" y="5537200"/>
            <a:ext cx="729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Idea: Use different channel for positional encoding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684EF9-C3DC-42C9-ABCF-8D9B2CE7BDC6}"/>
              </a:ext>
            </a:extLst>
          </p:cNvPr>
          <p:cNvSpPr txBox="1"/>
          <p:nvPr/>
        </p:nvSpPr>
        <p:spPr>
          <a:xfrm>
            <a:off x="3159760" y="61533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Decoupled Rotary Position Embedding</a:t>
            </a:r>
          </a:p>
        </p:txBody>
      </p:sp>
    </p:spTree>
    <p:extLst>
      <p:ext uri="{BB962C8B-B14F-4D97-AF65-F5344CB8AC3E}">
        <p14:creationId xmlns:p14="http://schemas.microsoft.com/office/powerpoint/2010/main" val="319373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4" grpId="0"/>
      <p:bldP spid="25" grpId="0"/>
      <p:bldP spid="2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3BCE-903F-435D-87C5-14B48B64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in DeepSeek-V2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84432-AE03-4300-B69E-94B4E59B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2C221-94FB-46A7-8D7C-44240684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590"/>
            <a:ext cx="6825285" cy="44786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A107F3-CBB0-4E60-A02E-7B01CDD2E622}"/>
              </a:ext>
            </a:extLst>
          </p:cNvPr>
          <p:cNvSpPr/>
          <p:nvPr/>
        </p:nvSpPr>
        <p:spPr>
          <a:xfrm>
            <a:off x="854766" y="1645920"/>
            <a:ext cx="5871154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CED787-DB47-4612-93F7-D4A240EFC99A}"/>
              </a:ext>
            </a:extLst>
          </p:cNvPr>
          <p:cNvSpPr/>
          <p:nvPr/>
        </p:nvSpPr>
        <p:spPr>
          <a:xfrm>
            <a:off x="852531" y="2336800"/>
            <a:ext cx="5871154" cy="590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AF631-7AF2-4296-A50A-88F415427578}"/>
              </a:ext>
            </a:extLst>
          </p:cNvPr>
          <p:cNvSpPr/>
          <p:nvPr/>
        </p:nvSpPr>
        <p:spPr>
          <a:xfrm>
            <a:off x="852531" y="2927555"/>
            <a:ext cx="2378349" cy="969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F73A43-12BB-4443-BE95-4269D6B28767}"/>
              </a:ext>
            </a:extLst>
          </p:cNvPr>
          <p:cNvSpPr/>
          <p:nvPr/>
        </p:nvSpPr>
        <p:spPr>
          <a:xfrm>
            <a:off x="1086211" y="3896765"/>
            <a:ext cx="1027069" cy="873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7BCF0-39A4-48E7-B01D-331C3C57A028}"/>
              </a:ext>
            </a:extLst>
          </p:cNvPr>
          <p:cNvSpPr/>
          <p:nvPr/>
        </p:nvSpPr>
        <p:spPr>
          <a:xfrm>
            <a:off x="2113280" y="3903725"/>
            <a:ext cx="1183866" cy="873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1D32E-0AAB-464D-A2CE-F1B09A7CE7A9}"/>
              </a:ext>
            </a:extLst>
          </p:cNvPr>
          <p:cNvSpPr/>
          <p:nvPr/>
        </p:nvSpPr>
        <p:spPr>
          <a:xfrm>
            <a:off x="1086211" y="4784445"/>
            <a:ext cx="3160669" cy="451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89E925-2B19-4C37-8593-9D4D8E963B9E}"/>
              </a:ext>
            </a:extLst>
          </p:cNvPr>
          <p:cNvSpPr/>
          <p:nvPr/>
        </p:nvSpPr>
        <p:spPr>
          <a:xfrm>
            <a:off x="3230880" y="2937465"/>
            <a:ext cx="3492805" cy="969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5C0D1-7058-4AA7-BB37-9980AC0771CC}"/>
              </a:ext>
            </a:extLst>
          </p:cNvPr>
          <p:cNvSpPr/>
          <p:nvPr/>
        </p:nvSpPr>
        <p:spPr>
          <a:xfrm>
            <a:off x="3219811" y="3918540"/>
            <a:ext cx="1027069" cy="84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21945-EB8B-4C81-A78B-9E47B004C5A9}"/>
              </a:ext>
            </a:extLst>
          </p:cNvPr>
          <p:cNvSpPr/>
          <p:nvPr/>
        </p:nvSpPr>
        <p:spPr>
          <a:xfrm>
            <a:off x="4357731" y="3928700"/>
            <a:ext cx="2365954" cy="83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266996-EF83-4251-A43C-6D98F59AE3DC}"/>
              </a:ext>
            </a:extLst>
          </p:cNvPr>
          <p:cNvSpPr/>
          <p:nvPr/>
        </p:nvSpPr>
        <p:spPr>
          <a:xfrm>
            <a:off x="4256131" y="4760365"/>
            <a:ext cx="2215789" cy="59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C4009F-7BFB-4767-A77C-536ECE98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710" y="2501848"/>
            <a:ext cx="1310754" cy="3962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5DEE12-8EBC-4151-815A-75D26FE1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5168" y="2608883"/>
            <a:ext cx="1310754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67F699D-DEB4-496A-910B-484D6ED99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364" y="3025105"/>
            <a:ext cx="3330229" cy="4038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241B83E-14CC-45DB-BE1F-D3FF12EC0A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168" y="3053759"/>
            <a:ext cx="1524132" cy="2667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F87DAAC-5D5A-4320-BB55-3801C14EB6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5364" y="3551844"/>
            <a:ext cx="4153260" cy="3581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5B7F085-E98D-4D76-97C6-C5FFAA886D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6420" y="3983429"/>
            <a:ext cx="1615580" cy="2819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3C45F5-9FE7-4E52-994D-B9EA32A0D0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7438" y="4220461"/>
            <a:ext cx="1493649" cy="32006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6B2DCFE-93F1-4572-9164-5F226B403E33}"/>
              </a:ext>
            </a:extLst>
          </p:cNvPr>
          <p:cNvSpPr txBox="1"/>
          <p:nvPr/>
        </p:nvSpPr>
        <p:spPr>
          <a:xfrm>
            <a:off x="8497362" y="5228023"/>
            <a:ext cx="23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Only during training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DC3BD-1180-4BB5-9AC2-C455705E4941}"/>
              </a:ext>
            </a:extLst>
          </p:cNvPr>
          <p:cNvSpPr txBox="1"/>
          <p:nvPr/>
        </p:nvSpPr>
        <p:spPr>
          <a:xfrm>
            <a:off x="2195543" y="6392134"/>
            <a:ext cx="85527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 err="1"/>
              <a:t>DeepSeeek</a:t>
            </a:r>
            <a:r>
              <a:rPr lang="en-IN" sz="1400" dirty="0"/>
              <a:t>-AI, </a:t>
            </a:r>
            <a:r>
              <a:rPr lang="en-IN" sz="1400" dirty="0">
                <a:hlinkClick r:id="rId10"/>
              </a:rPr>
              <a:t>DeepSeek-V2: A Strong, Economical, and Efficient Mixture-of-Experts Language Model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9736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3BCE-903F-435D-87C5-14B48B64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in DeepSeek-V2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84432-AE03-4300-B69E-94B4E59B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2C221-94FB-46A7-8D7C-44240684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590"/>
            <a:ext cx="6825285" cy="44786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A107F3-CBB0-4E60-A02E-7B01CDD2E622}"/>
              </a:ext>
            </a:extLst>
          </p:cNvPr>
          <p:cNvSpPr/>
          <p:nvPr/>
        </p:nvSpPr>
        <p:spPr>
          <a:xfrm>
            <a:off x="854766" y="1645920"/>
            <a:ext cx="5871154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CED787-DB47-4612-93F7-D4A240EFC99A}"/>
              </a:ext>
            </a:extLst>
          </p:cNvPr>
          <p:cNvSpPr/>
          <p:nvPr/>
        </p:nvSpPr>
        <p:spPr>
          <a:xfrm>
            <a:off x="852531" y="2336800"/>
            <a:ext cx="5871154" cy="590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89E925-2B19-4C37-8593-9D4D8E963B9E}"/>
              </a:ext>
            </a:extLst>
          </p:cNvPr>
          <p:cNvSpPr/>
          <p:nvPr/>
        </p:nvSpPr>
        <p:spPr>
          <a:xfrm>
            <a:off x="3230880" y="2937465"/>
            <a:ext cx="3492805" cy="969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5C0D1-7058-4AA7-BB37-9980AC0771CC}"/>
              </a:ext>
            </a:extLst>
          </p:cNvPr>
          <p:cNvSpPr/>
          <p:nvPr/>
        </p:nvSpPr>
        <p:spPr>
          <a:xfrm>
            <a:off x="3219811" y="3918540"/>
            <a:ext cx="1027069" cy="84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21945-EB8B-4C81-A78B-9E47B004C5A9}"/>
              </a:ext>
            </a:extLst>
          </p:cNvPr>
          <p:cNvSpPr/>
          <p:nvPr/>
        </p:nvSpPr>
        <p:spPr>
          <a:xfrm>
            <a:off x="4357731" y="3928700"/>
            <a:ext cx="2365954" cy="83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266996-EF83-4251-A43C-6D98F59AE3DC}"/>
              </a:ext>
            </a:extLst>
          </p:cNvPr>
          <p:cNvSpPr/>
          <p:nvPr/>
        </p:nvSpPr>
        <p:spPr>
          <a:xfrm>
            <a:off x="4256131" y="4760365"/>
            <a:ext cx="2215789" cy="59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B2DCFE-93F1-4572-9164-5F226B403E33}"/>
              </a:ext>
            </a:extLst>
          </p:cNvPr>
          <p:cNvSpPr txBox="1"/>
          <p:nvPr/>
        </p:nvSpPr>
        <p:spPr>
          <a:xfrm>
            <a:off x="8616867" y="6172934"/>
            <a:ext cx="23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During Inference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1E90C-9275-4AE8-B45E-EC9F8F728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116" y="1048389"/>
            <a:ext cx="1691787" cy="5867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5E8977-0857-45BC-AA63-890E0739A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515" y="1178784"/>
            <a:ext cx="1447925" cy="2667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F3BC3D3-14E5-4195-A17F-109FD346B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750" y="1718205"/>
            <a:ext cx="3505504" cy="38103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6942E1B-EFF2-4750-8BEC-7D1FEBE6D769}"/>
              </a:ext>
            </a:extLst>
          </p:cNvPr>
          <p:cNvGrpSpPr/>
          <p:nvPr/>
        </p:nvGrpSpPr>
        <p:grpSpPr>
          <a:xfrm>
            <a:off x="10538729" y="2162258"/>
            <a:ext cx="1482711" cy="274344"/>
            <a:chOff x="10538729" y="2162258"/>
            <a:chExt cx="1482711" cy="27434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E96D353-30B0-4804-B61E-525D5DDC3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38729" y="2162258"/>
              <a:ext cx="403895" cy="27434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D00939D-A45D-4CF4-84C7-E1149353D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77410" y="2182742"/>
              <a:ext cx="1044030" cy="243861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C1E21A35-C47B-4719-8FC3-7AA082D63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3256" y="3098428"/>
            <a:ext cx="2171888" cy="5334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36DF1D3-6ADE-4E7F-9A74-BA7FE5B0C7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3515" y="3606905"/>
            <a:ext cx="1348857" cy="34293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2948EDC-5F28-4936-AB53-DBC6D5600C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530" y="4014119"/>
            <a:ext cx="1539373" cy="35817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386065A-3970-44DF-9CB3-651312DDA1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8992" y="2399802"/>
            <a:ext cx="3368332" cy="40389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4B5E53D-30E3-4AC1-AAC3-D151C5C138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9819" y="4499639"/>
            <a:ext cx="3391194" cy="96782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0975248-8B79-4D40-9A77-98F56F6A9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7500" y="5605361"/>
            <a:ext cx="2629128" cy="419136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966680D2-6A95-473E-8327-B0AA87FCD309}"/>
              </a:ext>
            </a:extLst>
          </p:cNvPr>
          <p:cNvGrpSpPr/>
          <p:nvPr/>
        </p:nvGrpSpPr>
        <p:grpSpPr>
          <a:xfrm>
            <a:off x="10549439" y="2950008"/>
            <a:ext cx="1472001" cy="266723"/>
            <a:chOff x="10549439" y="2950008"/>
            <a:chExt cx="1472001" cy="266723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BB1497A-50D2-4B72-85DA-C14CD1AAC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77410" y="2961440"/>
              <a:ext cx="1044030" cy="24386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834E81C-E276-4008-9399-6DED785E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549439" y="2950008"/>
              <a:ext cx="434378" cy="266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7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2DF8-5ECC-421F-816F-03F73B92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MLA in DeepSeek-V2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B7055-DCEE-4A96-AA33-F8D57235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637520E-81AE-42EC-AE75-3ED883B541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1104672"/>
                  </p:ext>
                </p:extLst>
              </p:nvPr>
            </p:nvGraphicFramePr>
            <p:xfrm>
              <a:off x="1660683" y="1998281"/>
              <a:ext cx="8870633" cy="28614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81120">
                      <a:extLst>
                        <a:ext uri="{9D8B030D-6E8A-4147-A177-3AD203B41FA5}">
                          <a16:colId xmlns:a16="http://schemas.microsoft.com/office/drawing/2014/main" val="2362520183"/>
                        </a:ext>
                      </a:extLst>
                    </a:gridCol>
                    <a:gridCol w="2938532">
                      <a:extLst>
                        <a:ext uri="{9D8B030D-6E8A-4147-A177-3AD203B41FA5}">
                          <a16:colId xmlns:a16="http://schemas.microsoft.com/office/drawing/2014/main" val="368951669"/>
                        </a:ext>
                      </a:extLst>
                    </a:gridCol>
                    <a:gridCol w="2050981">
                      <a:extLst>
                        <a:ext uri="{9D8B030D-6E8A-4147-A177-3AD203B41FA5}">
                          <a16:colId xmlns:a16="http://schemas.microsoft.com/office/drawing/2014/main" val="103326057"/>
                        </a:ext>
                      </a:extLst>
                    </a:gridCol>
                  </a:tblGrid>
                  <a:tr h="37930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Attention Mechanism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Size of KV Cache per token (# Elements)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Capability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06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Multi Head Attention (MHA)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Strong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5557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 Query Attention (MQA)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2∗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Weak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97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Group Query Attention (GQA)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Moderate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8565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Multi-Head Latent Attention (MLA)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Stronger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1879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Multi-Head Latent Attention (MLA)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Stronger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6062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637520E-81AE-42EC-AE75-3ED883B541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1104672"/>
                  </p:ext>
                </p:extLst>
              </p:nvPr>
            </p:nvGraphicFramePr>
            <p:xfrm>
              <a:off x="1660683" y="1998281"/>
              <a:ext cx="8870633" cy="28614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81120">
                      <a:extLst>
                        <a:ext uri="{9D8B030D-6E8A-4147-A177-3AD203B41FA5}">
                          <a16:colId xmlns:a16="http://schemas.microsoft.com/office/drawing/2014/main" val="2362520183"/>
                        </a:ext>
                      </a:extLst>
                    </a:gridCol>
                    <a:gridCol w="2938532">
                      <a:extLst>
                        <a:ext uri="{9D8B030D-6E8A-4147-A177-3AD203B41FA5}">
                          <a16:colId xmlns:a16="http://schemas.microsoft.com/office/drawing/2014/main" val="368951669"/>
                        </a:ext>
                      </a:extLst>
                    </a:gridCol>
                    <a:gridCol w="2050981">
                      <a:extLst>
                        <a:ext uri="{9D8B030D-6E8A-4147-A177-3AD203B41FA5}">
                          <a16:colId xmlns:a16="http://schemas.microsoft.com/office/drawing/2014/main" val="10332605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Attention Mechanism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Size of KV Cache per token (# Elements)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Capability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06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Multi Head Attention (MHA)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365" t="-178689" r="-70747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Strong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5557089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 Query Attention (MQA)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365" t="-265625" r="-70747" b="-379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Weak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97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Group Query Attention (GQA)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365" t="-383607" r="-70747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Moderate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8565623"/>
                      </a:ext>
                    </a:extLst>
                  </a:tr>
                  <a:tr h="3837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Multi-Head Latent Attention (MLA)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365" t="-468254" r="-70747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Stronger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1879407"/>
                      </a:ext>
                    </a:extLst>
                  </a:tr>
                  <a:tr h="70777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Multi-Head Latent Attention (MLA)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365" t="-305983" r="-70747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Stronger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6062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2439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858E-3222-3FC4-71BB-250C0485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6F2F-98AA-A0ED-9213-B7D54A59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Attention is All You Need</a:t>
            </a:r>
          </a:p>
          <a:p>
            <a:pPr lvl="1"/>
            <a:r>
              <a:rPr lang="en-IN" dirty="0"/>
              <a:t>Vaswani et al.</a:t>
            </a:r>
            <a:endParaRPr lang="en-IN" u="sng" dirty="0"/>
          </a:p>
          <a:p>
            <a:pPr lvl="1"/>
            <a:r>
              <a:rPr lang="en-IN" dirty="0">
                <a:hlinkClick r:id="rId2"/>
              </a:rPr>
              <a:t>https://arxiv.org/abs/1706.03762</a:t>
            </a:r>
            <a:endParaRPr lang="en-IN" dirty="0"/>
          </a:p>
          <a:p>
            <a:r>
              <a:rPr lang="en-IN" dirty="0" err="1"/>
              <a:t>RoFormer</a:t>
            </a:r>
            <a:r>
              <a:rPr lang="en-IN" dirty="0"/>
              <a:t>: Enhanced Transformer with Rotary Position Encoding</a:t>
            </a:r>
          </a:p>
          <a:p>
            <a:pPr lvl="1"/>
            <a:r>
              <a:rPr lang="en-IN" dirty="0">
                <a:hlinkClick r:id="rId3"/>
              </a:rPr>
              <a:t>https://arxiv.org/pdf/2104.09864</a:t>
            </a:r>
            <a:endParaRPr lang="en-IN" dirty="0"/>
          </a:p>
          <a:p>
            <a:r>
              <a:rPr lang="en-US" dirty="0"/>
              <a:t>You could have designed state of the art positional encoding</a:t>
            </a:r>
          </a:p>
          <a:p>
            <a:pPr lvl="1"/>
            <a:r>
              <a:rPr lang="en-IN" dirty="0">
                <a:hlinkClick r:id="rId4"/>
              </a:rPr>
              <a:t>https://huggingface.co/blog/designing-positional-encoding</a:t>
            </a:r>
            <a:endParaRPr lang="en-IN" dirty="0"/>
          </a:p>
          <a:p>
            <a:r>
              <a:rPr lang="en-IN" dirty="0" err="1"/>
              <a:t>DeepSeek</a:t>
            </a:r>
            <a:endParaRPr lang="en-IN" dirty="0"/>
          </a:p>
          <a:p>
            <a:pPr lvl="1"/>
            <a:r>
              <a:rPr lang="en-IN">
                <a:hlinkClick r:id="rId5"/>
              </a:rPr>
              <a:t>https://arxiv.org/pdf/2405.04434</a:t>
            </a:r>
            <a:endParaRPr lang="en-IN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2"/>
            <a:endParaRPr lang="en-IN" dirty="0"/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EA139-E33C-479E-9D2A-0834EF06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79578</TotalTime>
  <Words>3609</Words>
  <Application>Microsoft Office PowerPoint</Application>
  <PresentationFormat>Widescreen</PresentationFormat>
  <Paragraphs>882</Paragraphs>
  <Slides>58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Transformers: Advanced Topics</vt:lpstr>
      <vt:lpstr>PowerPoint Presentation</vt:lpstr>
      <vt:lpstr>Positional Encoding: Desirable Properties</vt:lpstr>
      <vt:lpstr>Positional Encoding: A Naïve Idea </vt:lpstr>
      <vt:lpstr>Positional Encoding: A Naïve Idea </vt:lpstr>
      <vt:lpstr>Positional Encoding: A Naïve Idea </vt:lpstr>
      <vt:lpstr>Positional Encoding: A Naïve Idea </vt:lpstr>
      <vt:lpstr>Positional Encoding: A Naïve Idea </vt:lpstr>
      <vt:lpstr>Positional Encoding: A Naïve Idea </vt:lpstr>
      <vt:lpstr>Positional Encoding: Periodic Function </vt:lpstr>
      <vt:lpstr>Positional Encoding: Periodic Function </vt:lpstr>
      <vt:lpstr>Sinusoidal Positional Encoding</vt:lpstr>
      <vt:lpstr>Sinusoidal Positional Encoding</vt:lpstr>
      <vt:lpstr>Sinusoidal Positional Encoding</vt:lpstr>
      <vt:lpstr>Symmetry of Sinusoidal PE</vt:lpstr>
      <vt:lpstr>Sinusoidal Positional Encoding</vt:lpstr>
      <vt:lpstr>Sinusoidal Positional Encoding: Issues</vt:lpstr>
      <vt:lpstr>Sinusoidal Positional Encoding: Issues</vt:lpstr>
      <vt:lpstr>Sinusoidal Positional Encoding: Issues</vt:lpstr>
      <vt:lpstr>Sinusoidal Positional Encoding: Issues</vt:lpstr>
      <vt:lpstr>Rotary Positional Encoding</vt:lpstr>
      <vt:lpstr>Rotary Positional Encoding</vt:lpstr>
      <vt:lpstr>Rotary Positional Encoding</vt:lpstr>
      <vt:lpstr>Rotary Positional Encoding</vt:lpstr>
      <vt:lpstr>Rotary Positional Encoding</vt:lpstr>
      <vt:lpstr>Rotary Positional Encoding</vt:lpstr>
      <vt:lpstr>Rotary Positional Encoding</vt:lpstr>
      <vt:lpstr>Rotary Positional Encoding</vt:lpstr>
      <vt:lpstr>Use of Positional Encoding</vt:lpstr>
      <vt:lpstr>PowerPoint Presentation</vt:lpstr>
      <vt:lpstr>Key-Value Cache</vt:lpstr>
      <vt:lpstr>Key-Value Cache</vt:lpstr>
      <vt:lpstr>Standard Multi-Head Attention</vt:lpstr>
      <vt:lpstr>Key-Value Cache</vt:lpstr>
      <vt:lpstr>Key-Value Cache</vt:lpstr>
      <vt:lpstr>Key-Value Cache: What’s the Catch?</vt:lpstr>
      <vt:lpstr>KV Cache vs Standard Inference</vt:lpstr>
      <vt:lpstr>KV Cache: Points to Ponder</vt:lpstr>
      <vt:lpstr>KV Caching: Resources</vt:lpstr>
      <vt:lpstr>Multi Query Attention (MQA)</vt:lpstr>
      <vt:lpstr>Multi Query Attention (MQA)</vt:lpstr>
      <vt:lpstr>Multi Query Attention (MQA)</vt:lpstr>
      <vt:lpstr>Group Query Attention (GQA)</vt:lpstr>
      <vt:lpstr>Group Query Attention (GQA)</vt:lpstr>
      <vt:lpstr>Group Query Attention (MQA)</vt:lpstr>
      <vt:lpstr>Multi-Head Latent Attention (MLA)</vt:lpstr>
      <vt:lpstr>Multi-Head Latent Attention (MLA)</vt:lpstr>
      <vt:lpstr>Workflow for Normal KV Cache</vt:lpstr>
      <vt:lpstr>Multi-Head Latent Attention (MLA)</vt:lpstr>
      <vt:lpstr>Multi-Head Latent Attention (MLA)</vt:lpstr>
      <vt:lpstr>MLA Computation</vt:lpstr>
      <vt:lpstr>MLA Computation</vt:lpstr>
      <vt:lpstr>MLA Computation: Visualization</vt:lpstr>
      <vt:lpstr>Applying RoPE with MLA</vt:lpstr>
      <vt:lpstr>MLA in DeepSeek-V2</vt:lpstr>
      <vt:lpstr>MLA in DeepSeek-V2</vt:lpstr>
      <vt:lpstr>MLA in DeepSeek-V2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953</cp:revision>
  <dcterms:created xsi:type="dcterms:W3CDTF">2021-07-28T12:05:26Z</dcterms:created>
  <dcterms:modified xsi:type="dcterms:W3CDTF">2025-08-05T02:17:19Z</dcterms:modified>
</cp:coreProperties>
</file>